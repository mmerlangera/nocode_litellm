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5143500" cx="9144000"/>
  <p:notesSz cx="6858000" cy="9144000"/>
  <p:embeddedFontLst>
    <p:embeddedFont>
      <p:font typeface="Sen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DlxkujcOrIDvBBjinv8xKZIXk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Sen-regular.fntdata"/><Relationship Id="rId7" Type="http://schemas.openxmlformats.org/officeDocument/2006/relationships/font" Target="fonts/Sen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cf420ecf2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g2cf420ecf2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g2cf420ecf2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ogo (Light)" showMasterSp="0">
  <p:cSld name="Cover Logo (Light)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&#10;&#10;Description automatically generated with low confidence" id="17" name="Google Shape;17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57756" y="1735004"/>
            <a:ext cx="3628487" cy="167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66"/>
          <p:cNvSpPr txBox="1"/>
          <p:nvPr>
            <p:ph idx="11" type="ftr"/>
          </p:nvPr>
        </p:nvSpPr>
        <p:spPr>
          <a:xfrm>
            <a:off x="1671799" y="54000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6"/>
          <p:cNvSpPr txBox="1"/>
          <p:nvPr>
            <p:ph idx="10" type="dt"/>
          </p:nvPr>
        </p:nvSpPr>
        <p:spPr>
          <a:xfrm>
            <a:off x="6548724" y="5400000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6"/>
          <p:cNvSpPr txBox="1"/>
          <p:nvPr>
            <p:ph idx="12" type="sldNum"/>
          </p:nvPr>
        </p:nvSpPr>
        <p:spPr>
          <a:xfrm>
            <a:off x="8336226" y="54000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ogo (Dark)" showMasterSp="0">
  <p:cSld name="Cover Logo (Dark)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67"/>
          <p:cNvGrpSpPr/>
          <p:nvPr/>
        </p:nvGrpSpPr>
        <p:grpSpPr>
          <a:xfrm>
            <a:off x="3236586" y="2227942"/>
            <a:ext cx="2670833" cy="687600"/>
            <a:chOff x="4767702" y="-472136"/>
            <a:chExt cx="745525" cy="191931"/>
          </a:xfrm>
        </p:grpSpPr>
        <p:sp>
          <p:nvSpPr>
            <p:cNvPr id="23" name="Google Shape;23;p67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" name="Google Shape;24;p67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5" name="Google Shape;25;p67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6" name="Google Shape;26;p67"/>
          <p:cNvSpPr txBox="1"/>
          <p:nvPr>
            <p:ph idx="11" type="ftr"/>
          </p:nvPr>
        </p:nvSpPr>
        <p:spPr>
          <a:xfrm>
            <a:off x="1671799" y="54000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7"/>
          <p:cNvSpPr txBox="1"/>
          <p:nvPr>
            <p:ph idx="10" type="dt"/>
          </p:nvPr>
        </p:nvSpPr>
        <p:spPr>
          <a:xfrm>
            <a:off x="6548724" y="5400000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7"/>
          <p:cNvSpPr txBox="1"/>
          <p:nvPr>
            <p:ph idx="12" type="sldNum"/>
          </p:nvPr>
        </p:nvSpPr>
        <p:spPr>
          <a:xfrm>
            <a:off x="8336226" y="54000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(Light)" showMasterSp="0">
  <p:cSld name="Cover Title (Light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&#10;&#10;Description automatically generated with low confidence" id="30" name="Google Shape;3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3367" y="166254"/>
            <a:ext cx="1157201" cy="53371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8"/>
          <p:cNvSpPr/>
          <p:nvPr>
            <p:ph idx="2" type="dgm"/>
          </p:nvPr>
        </p:nvSpPr>
        <p:spPr>
          <a:xfrm>
            <a:off x="4514348" y="3749928"/>
            <a:ext cx="115305" cy="114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32" name="Google Shape;32;p68"/>
          <p:cNvSpPr/>
          <p:nvPr>
            <p:ph idx="3" type="dgm"/>
          </p:nvPr>
        </p:nvSpPr>
        <p:spPr>
          <a:xfrm>
            <a:off x="4514348" y="1161011"/>
            <a:ext cx="115305" cy="114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33" name="Google Shape;33;p68"/>
          <p:cNvSpPr txBox="1"/>
          <p:nvPr>
            <p:ph type="title"/>
          </p:nvPr>
        </p:nvSpPr>
        <p:spPr>
          <a:xfrm>
            <a:off x="1118600" y="1449062"/>
            <a:ext cx="6922834" cy="1243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erdana"/>
              <a:buNone/>
              <a:defRPr sz="4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8"/>
          <p:cNvSpPr txBox="1"/>
          <p:nvPr>
            <p:ph idx="1" type="body"/>
          </p:nvPr>
        </p:nvSpPr>
        <p:spPr>
          <a:xfrm>
            <a:off x="1110583" y="2818617"/>
            <a:ext cx="6922834" cy="403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b="0" i="1" sz="20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200"/>
              <a:buFont typeface="Arial"/>
              <a:buNone/>
              <a:defRPr b="0" i="1" sz="42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8"/>
          <p:cNvSpPr txBox="1"/>
          <p:nvPr>
            <p:ph idx="4" type="body"/>
          </p:nvPr>
        </p:nvSpPr>
        <p:spPr>
          <a:xfrm>
            <a:off x="1110583" y="3384936"/>
            <a:ext cx="6922834" cy="231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8"/>
          <p:cNvSpPr txBox="1"/>
          <p:nvPr>
            <p:ph idx="10" type="dt"/>
          </p:nvPr>
        </p:nvSpPr>
        <p:spPr>
          <a:xfrm>
            <a:off x="3758508" y="4832099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8"/>
          <p:cNvSpPr txBox="1"/>
          <p:nvPr>
            <p:ph idx="12" type="sldNum"/>
          </p:nvPr>
        </p:nvSpPr>
        <p:spPr>
          <a:xfrm>
            <a:off x="8336226" y="4800359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68"/>
          <p:cNvCxnSpPr/>
          <p:nvPr/>
        </p:nvCxnSpPr>
        <p:spPr>
          <a:xfrm rot="10800000">
            <a:off x="4503448" y="5236845"/>
            <a:ext cx="0" cy="32534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" name="Google Shape;39;p68"/>
          <p:cNvSpPr txBox="1"/>
          <p:nvPr/>
        </p:nvSpPr>
        <p:spPr>
          <a:xfrm>
            <a:off x="1378200" y="5618210"/>
            <a:ext cx="5802084" cy="769441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change date format: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 to the “Insert” tab in the top ribbon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“Header &amp; Footer”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Choose the desired date format from the dropdown and save your changes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design&#10;&#10;Description automatically generated" id="40" name="Google Shape;4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4135" y="5631571"/>
            <a:ext cx="522697" cy="73322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8"/>
          <p:cNvSpPr txBox="1"/>
          <p:nvPr>
            <p:ph idx="11" type="ftr"/>
          </p:nvPr>
        </p:nvSpPr>
        <p:spPr>
          <a:xfrm>
            <a:off x="1671799" y="66446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 (Small)">
  <p:cSld name="Title and Content with Image (Small)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5"/>
          <p:cNvSpPr txBox="1"/>
          <p:nvPr>
            <p:ph type="title"/>
          </p:nvPr>
        </p:nvSpPr>
        <p:spPr>
          <a:xfrm>
            <a:off x="331200" y="289130"/>
            <a:ext cx="573334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5"/>
          <p:cNvSpPr txBox="1"/>
          <p:nvPr>
            <p:ph idx="1" type="body"/>
          </p:nvPr>
        </p:nvSpPr>
        <p:spPr>
          <a:xfrm>
            <a:off x="333730" y="1071318"/>
            <a:ext cx="573301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85"/>
          <p:cNvSpPr txBox="1"/>
          <p:nvPr>
            <p:ph idx="2" type="body"/>
          </p:nvPr>
        </p:nvSpPr>
        <p:spPr>
          <a:xfrm>
            <a:off x="331525" y="1340692"/>
            <a:ext cx="5733015" cy="3209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5"/>
          <p:cNvSpPr/>
          <p:nvPr>
            <p:ph idx="3" type="pic"/>
          </p:nvPr>
        </p:nvSpPr>
        <p:spPr>
          <a:xfrm>
            <a:off x="6346800" y="0"/>
            <a:ext cx="2797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85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5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5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0" name="Google Shape;50;p85"/>
          <p:cNvCxnSpPr/>
          <p:nvPr/>
        </p:nvCxnSpPr>
        <p:spPr>
          <a:xfrm rot="10800000">
            <a:off x="9179892" y="815209"/>
            <a:ext cx="60418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" name="Google Shape;51;p85"/>
          <p:cNvSpPr txBox="1"/>
          <p:nvPr/>
        </p:nvSpPr>
        <p:spPr>
          <a:xfrm>
            <a:off x="9886077" y="699694"/>
            <a:ext cx="1786192" cy="330859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2" name="Google Shape;52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5349" y="3183019"/>
            <a:ext cx="371475" cy="75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85"/>
          <p:cNvCxnSpPr/>
          <p:nvPr/>
        </p:nvCxnSpPr>
        <p:spPr>
          <a:xfrm>
            <a:off x="-525780" y="1455076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" name="Google Shape;54;p85"/>
          <p:cNvSpPr txBox="1"/>
          <p:nvPr/>
        </p:nvSpPr>
        <p:spPr>
          <a:xfrm>
            <a:off x="-2406215" y="1340692"/>
            <a:ext cx="1786192" cy="2292935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Using bullets with the indent button: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the indent button to create the text levels with the appropriate bullet in miracle purple.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5" name="Google Shape;5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84295" y="2663190"/>
            <a:ext cx="640080" cy="780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rgbClr val="23004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6"/>
          <p:cNvSpPr txBox="1"/>
          <p:nvPr>
            <p:ph type="ctrTitle"/>
          </p:nvPr>
        </p:nvSpPr>
        <p:spPr>
          <a:xfrm>
            <a:off x="1143000" y="2238027"/>
            <a:ext cx="6858000" cy="667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Verdana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6"/>
          <p:cNvSpPr/>
          <p:nvPr>
            <p:ph idx="2" type="dgm"/>
          </p:nvPr>
        </p:nvSpPr>
        <p:spPr>
          <a:xfrm>
            <a:off x="4508583" y="3260202"/>
            <a:ext cx="126835" cy="1259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9" name="Google Shape;59;p106"/>
          <p:cNvSpPr/>
          <p:nvPr>
            <p:ph idx="3" type="dgm"/>
          </p:nvPr>
        </p:nvSpPr>
        <p:spPr>
          <a:xfrm>
            <a:off x="4508583" y="1771699"/>
            <a:ext cx="126835" cy="1259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grpSp>
        <p:nvGrpSpPr>
          <p:cNvPr id="60" name="Google Shape;60;p106"/>
          <p:cNvGrpSpPr/>
          <p:nvPr/>
        </p:nvGrpSpPr>
        <p:grpSpPr>
          <a:xfrm>
            <a:off x="4169614" y="4509978"/>
            <a:ext cx="804755" cy="207184"/>
            <a:chOff x="4767702" y="-472136"/>
            <a:chExt cx="745525" cy="191931"/>
          </a:xfrm>
        </p:grpSpPr>
        <p:sp>
          <p:nvSpPr>
            <p:cNvPr id="61" name="Google Shape;61;p106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2" name="Google Shape;62;p106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3" name="Google Shape;63;p106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64" name="Google Shape;64;p106"/>
          <p:cNvSpPr txBox="1"/>
          <p:nvPr>
            <p:ph idx="11" type="ftr"/>
          </p:nvPr>
        </p:nvSpPr>
        <p:spPr>
          <a:xfrm>
            <a:off x="1671799" y="54000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6"/>
          <p:cNvSpPr txBox="1"/>
          <p:nvPr>
            <p:ph idx="10" type="dt"/>
          </p:nvPr>
        </p:nvSpPr>
        <p:spPr>
          <a:xfrm>
            <a:off x="6548724" y="5400000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6"/>
          <p:cNvSpPr txBox="1"/>
          <p:nvPr>
            <p:ph idx="12" type="sldNum"/>
          </p:nvPr>
        </p:nvSpPr>
        <p:spPr>
          <a:xfrm>
            <a:off x="8336226" y="54000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showMasterSp="0">
  <p:cSld name="Empt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5"/>
          <p:cNvSpPr txBox="1"/>
          <p:nvPr>
            <p:ph idx="11" type="ftr"/>
          </p:nvPr>
        </p:nvSpPr>
        <p:spPr>
          <a:xfrm>
            <a:off x="1671799" y="54000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5"/>
          <p:cNvSpPr txBox="1"/>
          <p:nvPr>
            <p:ph idx="10" type="dt"/>
          </p:nvPr>
        </p:nvSpPr>
        <p:spPr>
          <a:xfrm>
            <a:off x="6548724" y="5400000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5"/>
          <p:cNvSpPr txBox="1"/>
          <p:nvPr>
            <p:ph idx="12" type="sldNum"/>
          </p:nvPr>
        </p:nvSpPr>
        <p:spPr>
          <a:xfrm>
            <a:off x="8336226" y="54000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(Dark)" showMasterSp="0">
  <p:cSld name="Cover Title (Dark)">
    <p:bg>
      <p:bgPr>
        <a:solidFill>
          <a:schemeClr val="accen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69"/>
          <p:cNvGrpSpPr/>
          <p:nvPr/>
        </p:nvGrpSpPr>
        <p:grpSpPr>
          <a:xfrm>
            <a:off x="4146495" y="333338"/>
            <a:ext cx="851011" cy="219091"/>
            <a:chOff x="4767702" y="-472136"/>
            <a:chExt cx="745525" cy="191931"/>
          </a:xfrm>
        </p:grpSpPr>
        <p:sp>
          <p:nvSpPr>
            <p:cNvPr id="73" name="Google Shape;73;p69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4" name="Google Shape;74;p69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5" name="Google Shape;75;p69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76" name="Google Shape;76;p69"/>
          <p:cNvSpPr/>
          <p:nvPr>
            <p:ph idx="2" type="dgm"/>
          </p:nvPr>
        </p:nvSpPr>
        <p:spPr>
          <a:xfrm>
            <a:off x="4514347" y="3749928"/>
            <a:ext cx="115305" cy="1144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7" name="Google Shape;77;p69"/>
          <p:cNvSpPr/>
          <p:nvPr>
            <p:ph idx="3" type="dgm"/>
          </p:nvPr>
        </p:nvSpPr>
        <p:spPr>
          <a:xfrm>
            <a:off x="4514347" y="1161011"/>
            <a:ext cx="115305" cy="1144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8" name="Google Shape;78;p69"/>
          <p:cNvSpPr txBox="1"/>
          <p:nvPr>
            <p:ph type="title"/>
          </p:nvPr>
        </p:nvSpPr>
        <p:spPr>
          <a:xfrm>
            <a:off x="1110583" y="1444509"/>
            <a:ext cx="6922834" cy="1254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erdana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1" type="body"/>
          </p:nvPr>
        </p:nvSpPr>
        <p:spPr>
          <a:xfrm>
            <a:off x="1110583" y="2818617"/>
            <a:ext cx="6922834" cy="403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1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200"/>
              <a:buFont typeface="Arial"/>
              <a:buNone/>
              <a:defRPr b="0" i="1" sz="4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69"/>
          <p:cNvSpPr txBox="1"/>
          <p:nvPr>
            <p:ph idx="4" type="body"/>
          </p:nvPr>
        </p:nvSpPr>
        <p:spPr>
          <a:xfrm>
            <a:off x="1110583" y="3384936"/>
            <a:ext cx="6922834" cy="231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9"/>
          <p:cNvSpPr txBox="1"/>
          <p:nvPr>
            <p:ph idx="10" type="dt"/>
          </p:nvPr>
        </p:nvSpPr>
        <p:spPr>
          <a:xfrm>
            <a:off x="3758509" y="4827336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9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69"/>
          <p:cNvSpPr txBox="1"/>
          <p:nvPr>
            <p:ph idx="11" type="ftr"/>
          </p:nvPr>
        </p:nvSpPr>
        <p:spPr>
          <a:xfrm>
            <a:off x="1671799" y="54000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with Image (Light)" showMasterSp="0">
  <p:cSld name="Cover Title with Image (Light)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70"/>
          <p:cNvGrpSpPr/>
          <p:nvPr/>
        </p:nvGrpSpPr>
        <p:grpSpPr>
          <a:xfrm>
            <a:off x="6518220" y="387181"/>
            <a:ext cx="851011" cy="219091"/>
            <a:chOff x="4767702" y="-472136"/>
            <a:chExt cx="745525" cy="191931"/>
          </a:xfrm>
        </p:grpSpPr>
        <p:sp>
          <p:nvSpPr>
            <p:cNvPr id="86" name="Google Shape;86;p70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7" name="Google Shape;87;p70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8" name="Google Shape;88;p70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89" name="Google Shape;89;p70"/>
          <p:cNvSpPr/>
          <p:nvPr>
            <p:ph idx="2" type="dgm"/>
          </p:nvPr>
        </p:nvSpPr>
        <p:spPr>
          <a:xfrm>
            <a:off x="6892559" y="1322814"/>
            <a:ext cx="102332" cy="101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0" name="Google Shape;90;p70"/>
          <p:cNvSpPr/>
          <p:nvPr>
            <p:ph idx="3" type="dgm"/>
          </p:nvPr>
        </p:nvSpPr>
        <p:spPr>
          <a:xfrm>
            <a:off x="6892559" y="3877313"/>
            <a:ext cx="102332" cy="101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1" name="Google Shape;91;p70"/>
          <p:cNvSpPr/>
          <p:nvPr>
            <p:ph idx="4" type="pic"/>
          </p:nvPr>
        </p:nvSpPr>
        <p:spPr>
          <a:xfrm>
            <a:off x="1" y="0"/>
            <a:ext cx="4781135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70"/>
          <p:cNvSpPr txBox="1"/>
          <p:nvPr>
            <p:ph type="title"/>
          </p:nvPr>
        </p:nvSpPr>
        <p:spPr>
          <a:xfrm>
            <a:off x="5087572" y="1446020"/>
            <a:ext cx="3712306" cy="12423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erdana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0"/>
          <p:cNvSpPr txBox="1"/>
          <p:nvPr>
            <p:ph idx="1" type="body"/>
          </p:nvPr>
        </p:nvSpPr>
        <p:spPr>
          <a:xfrm>
            <a:off x="5087572" y="2818617"/>
            <a:ext cx="3712306" cy="403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b="0" i="1" sz="20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b="0" i="1" sz="20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70"/>
          <p:cNvSpPr txBox="1"/>
          <p:nvPr>
            <p:ph idx="5" type="body"/>
          </p:nvPr>
        </p:nvSpPr>
        <p:spPr>
          <a:xfrm>
            <a:off x="5087572" y="3240373"/>
            <a:ext cx="3712306" cy="57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70"/>
          <p:cNvSpPr txBox="1"/>
          <p:nvPr>
            <p:ph idx="10" type="dt"/>
          </p:nvPr>
        </p:nvSpPr>
        <p:spPr>
          <a:xfrm>
            <a:off x="6135974" y="48273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6" name="Google Shape;96;p70"/>
          <p:cNvCxnSpPr/>
          <p:nvPr/>
        </p:nvCxnSpPr>
        <p:spPr>
          <a:xfrm>
            <a:off x="-556260" y="160020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" name="Google Shape;97;p70"/>
          <p:cNvSpPr txBox="1"/>
          <p:nvPr/>
        </p:nvSpPr>
        <p:spPr>
          <a:xfrm>
            <a:off x="-2436695" y="4563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69241" y="2514968"/>
            <a:ext cx="307086" cy="6220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70"/>
          <p:cNvCxnSpPr/>
          <p:nvPr/>
        </p:nvCxnSpPr>
        <p:spPr>
          <a:xfrm rot="10800000">
            <a:off x="6963618" y="5236845"/>
            <a:ext cx="0" cy="32534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0" name="Google Shape;100;p70"/>
          <p:cNvSpPr txBox="1"/>
          <p:nvPr/>
        </p:nvSpPr>
        <p:spPr>
          <a:xfrm>
            <a:off x="2390568" y="5618210"/>
            <a:ext cx="5802084" cy="769441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change date format: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 to the “Insert” tab in the top ribbon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“Header &amp; Footer”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Choose the desired date format from the dropdown and save your changes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design&#10;&#10;Description automatically generated" id="101" name="Google Shape;10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503" y="5631571"/>
            <a:ext cx="522697" cy="73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0"/>
          <p:cNvSpPr txBox="1"/>
          <p:nvPr>
            <p:ph idx="11" type="ftr"/>
          </p:nvPr>
        </p:nvSpPr>
        <p:spPr>
          <a:xfrm>
            <a:off x="1671799" y="6581613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0"/>
          <p:cNvSpPr txBox="1"/>
          <p:nvPr>
            <p:ph idx="12" type="sldNum"/>
          </p:nvPr>
        </p:nvSpPr>
        <p:spPr>
          <a:xfrm>
            <a:off x="8336226" y="65425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with Image (Dark)" showMasterSp="0">
  <p:cSld name="Cover Title with Image (Dark)">
    <p:bg>
      <p:bgPr>
        <a:solidFill>
          <a:schemeClr val="accen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71"/>
          <p:cNvGrpSpPr/>
          <p:nvPr/>
        </p:nvGrpSpPr>
        <p:grpSpPr>
          <a:xfrm>
            <a:off x="6518220" y="387181"/>
            <a:ext cx="851011" cy="219091"/>
            <a:chOff x="4767702" y="-472136"/>
            <a:chExt cx="745525" cy="191931"/>
          </a:xfrm>
        </p:grpSpPr>
        <p:sp>
          <p:nvSpPr>
            <p:cNvPr id="106" name="Google Shape;106;p71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7" name="Google Shape;107;p71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8" name="Google Shape;108;p71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09" name="Google Shape;109;p71"/>
          <p:cNvSpPr/>
          <p:nvPr>
            <p:ph idx="2" type="dgm"/>
          </p:nvPr>
        </p:nvSpPr>
        <p:spPr>
          <a:xfrm>
            <a:off x="6892559" y="1322814"/>
            <a:ext cx="102332" cy="1016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0" name="Google Shape;110;p71"/>
          <p:cNvSpPr/>
          <p:nvPr>
            <p:ph idx="3" type="dgm"/>
          </p:nvPr>
        </p:nvSpPr>
        <p:spPr>
          <a:xfrm>
            <a:off x="6892559" y="3877313"/>
            <a:ext cx="102332" cy="1016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1" name="Google Shape;111;p71"/>
          <p:cNvSpPr/>
          <p:nvPr>
            <p:ph idx="4" type="pic"/>
          </p:nvPr>
        </p:nvSpPr>
        <p:spPr>
          <a:xfrm>
            <a:off x="1" y="0"/>
            <a:ext cx="4781135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71"/>
          <p:cNvSpPr txBox="1"/>
          <p:nvPr>
            <p:ph type="title"/>
          </p:nvPr>
        </p:nvSpPr>
        <p:spPr>
          <a:xfrm>
            <a:off x="5087572" y="1442763"/>
            <a:ext cx="3712306" cy="12638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1"/>
          <p:cNvSpPr txBox="1"/>
          <p:nvPr>
            <p:ph idx="1" type="body"/>
          </p:nvPr>
        </p:nvSpPr>
        <p:spPr>
          <a:xfrm>
            <a:off x="5087572" y="2818617"/>
            <a:ext cx="3712306" cy="403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1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b="0" i="1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71"/>
          <p:cNvSpPr txBox="1"/>
          <p:nvPr>
            <p:ph idx="5" type="body"/>
          </p:nvPr>
        </p:nvSpPr>
        <p:spPr>
          <a:xfrm>
            <a:off x="5087572" y="3240373"/>
            <a:ext cx="3712306" cy="57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71"/>
          <p:cNvSpPr txBox="1"/>
          <p:nvPr>
            <p:ph idx="10" type="dt"/>
          </p:nvPr>
        </p:nvSpPr>
        <p:spPr>
          <a:xfrm>
            <a:off x="6135974" y="48273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71"/>
          <p:cNvCxnSpPr/>
          <p:nvPr/>
        </p:nvCxnSpPr>
        <p:spPr>
          <a:xfrm>
            <a:off x="-556260" y="160020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" name="Google Shape;117;p71"/>
          <p:cNvSpPr txBox="1"/>
          <p:nvPr/>
        </p:nvSpPr>
        <p:spPr>
          <a:xfrm>
            <a:off x="-2436695" y="4563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69241" y="2514968"/>
            <a:ext cx="307086" cy="62204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1"/>
          <p:cNvSpPr txBox="1"/>
          <p:nvPr>
            <p:ph idx="11" type="ftr"/>
          </p:nvPr>
        </p:nvSpPr>
        <p:spPr>
          <a:xfrm>
            <a:off x="1671799" y="54000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1"/>
          <p:cNvSpPr txBox="1"/>
          <p:nvPr>
            <p:ph idx="12" type="sldNum"/>
          </p:nvPr>
        </p:nvSpPr>
        <p:spPr>
          <a:xfrm>
            <a:off x="8336226" y="54000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with Image (Light) - Right" showMasterSp="0">
  <p:cSld name="Cover Title with Image (Light) - Righ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72"/>
          <p:cNvGrpSpPr/>
          <p:nvPr/>
        </p:nvGrpSpPr>
        <p:grpSpPr>
          <a:xfrm>
            <a:off x="1770007" y="387181"/>
            <a:ext cx="851011" cy="219091"/>
            <a:chOff x="4767702" y="-472136"/>
            <a:chExt cx="745525" cy="191931"/>
          </a:xfrm>
        </p:grpSpPr>
        <p:sp>
          <p:nvSpPr>
            <p:cNvPr id="123" name="Google Shape;123;p72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4" name="Google Shape;124;p72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5" name="Google Shape;125;p72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26" name="Google Shape;126;p72"/>
          <p:cNvSpPr txBox="1"/>
          <p:nvPr>
            <p:ph type="title"/>
          </p:nvPr>
        </p:nvSpPr>
        <p:spPr>
          <a:xfrm>
            <a:off x="339360" y="1446020"/>
            <a:ext cx="3712306" cy="12423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erdana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2"/>
          <p:cNvSpPr txBox="1"/>
          <p:nvPr>
            <p:ph idx="1" type="body"/>
          </p:nvPr>
        </p:nvSpPr>
        <p:spPr>
          <a:xfrm>
            <a:off x="339360" y="2818617"/>
            <a:ext cx="3712306" cy="403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b="0" i="1" sz="20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b="0" i="1" sz="20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72"/>
          <p:cNvSpPr txBox="1"/>
          <p:nvPr>
            <p:ph idx="2" type="body"/>
          </p:nvPr>
        </p:nvSpPr>
        <p:spPr>
          <a:xfrm>
            <a:off x="339360" y="3240373"/>
            <a:ext cx="3712306" cy="57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72"/>
          <p:cNvSpPr/>
          <p:nvPr>
            <p:ph idx="3" type="pic"/>
          </p:nvPr>
        </p:nvSpPr>
        <p:spPr>
          <a:xfrm>
            <a:off x="4362864" y="0"/>
            <a:ext cx="4781136" cy="5143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0" name="Google Shape;130;p72"/>
          <p:cNvCxnSpPr/>
          <p:nvPr/>
        </p:nvCxnSpPr>
        <p:spPr>
          <a:xfrm rot="10800000">
            <a:off x="9270962" y="160020"/>
            <a:ext cx="47624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1" name="Google Shape;131;p72"/>
          <p:cNvSpPr txBox="1"/>
          <p:nvPr/>
        </p:nvSpPr>
        <p:spPr>
          <a:xfrm>
            <a:off x="9992750" y="4563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60204" y="2514968"/>
            <a:ext cx="307086" cy="6220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72"/>
          <p:cNvCxnSpPr/>
          <p:nvPr/>
        </p:nvCxnSpPr>
        <p:spPr>
          <a:xfrm rot="10800000">
            <a:off x="2243440" y="5236845"/>
            <a:ext cx="0" cy="32534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" name="Google Shape;134;p72"/>
          <p:cNvSpPr txBox="1"/>
          <p:nvPr/>
        </p:nvSpPr>
        <p:spPr>
          <a:xfrm>
            <a:off x="2390568" y="5618210"/>
            <a:ext cx="5802084" cy="769441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change date format: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 to the “Insert” tab in the top ribbon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“Header &amp; Footer”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Choose the desired date format from the dropdown and save your changes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design&#10;&#10;Description automatically generated" id="135" name="Google Shape;13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503" y="5631571"/>
            <a:ext cx="522697" cy="73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2"/>
          <p:cNvSpPr/>
          <p:nvPr>
            <p:ph idx="4" type="dgm"/>
          </p:nvPr>
        </p:nvSpPr>
        <p:spPr>
          <a:xfrm>
            <a:off x="2144347" y="1322814"/>
            <a:ext cx="102332" cy="101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7" name="Google Shape;137;p72"/>
          <p:cNvSpPr/>
          <p:nvPr>
            <p:ph idx="5" type="dgm"/>
          </p:nvPr>
        </p:nvSpPr>
        <p:spPr>
          <a:xfrm>
            <a:off x="2144347" y="3877313"/>
            <a:ext cx="102332" cy="101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8" name="Google Shape;138;p72"/>
          <p:cNvSpPr txBox="1"/>
          <p:nvPr>
            <p:ph idx="10" type="dt"/>
          </p:nvPr>
        </p:nvSpPr>
        <p:spPr>
          <a:xfrm>
            <a:off x="1382021" y="48273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2"/>
          <p:cNvSpPr txBox="1"/>
          <p:nvPr>
            <p:ph idx="11" type="ftr"/>
          </p:nvPr>
        </p:nvSpPr>
        <p:spPr>
          <a:xfrm>
            <a:off x="1671799" y="65425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2"/>
          <p:cNvSpPr txBox="1"/>
          <p:nvPr>
            <p:ph idx="12" type="sldNum"/>
          </p:nvPr>
        </p:nvSpPr>
        <p:spPr>
          <a:xfrm>
            <a:off x="8336226" y="65425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with Image (Dark) - Right" showMasterSp="0">
  <p:cSld name="Cover Title with Image (Dark) - Right">
    <p:bg>
      <p:bgPr>
        <a:solidFill>
          <a:schemeClr val="accen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73"/>
          <p:cNvGrpSpPr/>
          <p:nvPr/>
        </p:nvGrpSpPr>
        <p:grpSpPr>
          <a:xfrm>
            <a:off x="1770007" y="387181"/>
            <a:ext cx="851011" cy="219091"/>
            <a:chOff x="4767702" y="-472136"/>
            <a:chExt cx="745525" cy="191931"/>
          </a:xfrm>
        </p:grpSpPr>
        <p:sp>
          <p:nvSpPr>
            <p:cNvPr id="143" name="Google Shape;143;p73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4" name="Google Shape;144;p73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5" name="Google Shape;145;p73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46" name="Google Shape;146;p73"/>
          <p:cNvSpPr/>
          <p:nvPr>
            <p:ph idx="2" type="pic"/>
          </p:nvPr>
        </p:nvSpPr>
        <p:spPr>
          <a:xfrm>
            <a:off x="4362864" y="0"/>
            <a:ext cx="4781136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73"/>
          <p:cNvSpPr/>
          <p:nvPr>
            <p:ph idx="3" type="dgm"/>
          </p:nvPr>
        </p:nvSpPr>
        <p:spPr>
          <a:xfrm>
            <a:off x="2144347" y="1322814"/>
            <a:ext cx="102332" cy="1016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8" name="Google Shape;148;p73"/>
          <p:cNvSpPr/>
          <p:nvPr>
            <p:ph idx="4" type="dgm"/>
          </p:nvPr>
        </p:nvSpPr>
        <p:spPr>
          <a:xfrm>
            <a:off x="2144347" y="3877313"/>
            <a:ext cx="102332" cy="1016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9" name="Google Shape;149;p73"/>
          <p:cNvSpPr txBox="1"/>
          <p:nvPr>
            <p:ph idx="1" type="body"/>
          </p:nvPr>
        </p:nvSpPr>
        <p:spPr>
          <a:xfrm>
            <a:off x="339360" y="2818617"/>
            <a:ext cx="3712306" cy="403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1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b="0" i="1" sz="20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73"/>
          <p:cNvSpPr txBox="1"/>
          <p:nvPr>
            <p:ph idx="5" type="body"/>
          </p:nvPr>
        </p:nvSpPr>
        <p:spPr>
          <a:xfrm>
            <a:off x="339360" y="3240373"/>
            <a:ext cx="3712306" cy="57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73"/>
          <p:cNvSpPr txBox="1"/>
          <p:nvPr>
            <p:ph idx="10" type="dt"/>
          </p:nvPr>
        </p:nvSpPr>
        <p:spPr>
          <a:xfrm>
            <a:off x="1382021" y="48273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2" name="Google Shape;152;p73"/>
          <p:cNvCxnSpPr/>
          <p:nvPr/>
        </p:nvCxnSpPr>
        <p:spPr>
          <a:xfrm rot="10800000">
            <a:off x="9270962" y="160020"/>
            <a:ext cx="47624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3" name="Google Shape;153;p73"/>
          <p:cNvSpPr txBox="1"/>
          <p:nvPr/>
        </p:nvSpPr>
        <p:spPr>
          <a:xfrm>
            <a:off x="9992750" y="4563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60204" y="2514968"/>
            <a:ext cx="307086" cy="6220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73"/>
          <p:cNvCxnSpPr/>
          <p:nvPr/>
        </p:nvCxnSpPr>
        <p:spPr>
          <a:xfrm rot="10800000">
            <a:off x="2243440" y="5236845"/>
            <a:ext cx="0" cy="32534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" name="Google Shape;156;p73"/>
          <p:cNvSpPr txBox="1"/>
          <p:nvPr/>
        </p:nvSpPr>
        <p:spPr>
          <a:xfrm>
            <a:off x="2390568" y="5618210"/>
            <a:ext cx="5802084" cy="769441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change date format: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 to the “Insert” tab in the top ribbon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“Header &amp; Footer”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Choose the desired date format from the dropdown and save your changes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design&#10;&#10;Description automatically generated" id="157" name="Google Shape;15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503" y="5631571"/>
            <a:ext cx="522697" cy="73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3"/>
          <p:cNvSpPr txBox="1"/>
          <p:nvPr>
            <p:ph idx="11" type="ftr"/>
          </p:nvPr>
        </p:nvSpPr>
        <p:spPr>
          <a:xfrm>
            <a:off x="1671799" y="65425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73"/>
          <p:cNvSpPr txBox="1"/>
          <p:nvPr>
            <p:ph idx="12" type="sldNum"/>
          </p:nvPr>
        </p:nvSpPr>
        <p:spPr>
          <a:xfrm>
            <a:off x="8336226" y="65425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73"/>
          <p:cNvSpPr txBox="1"/>
          <p:nvPr>
            <p:ph type="title"/>
          </p:nvPr>
        </p:nvSpPr>
        <p:spPr>
          <a:xfrm>
            <a:off x="331200" y="1483365"/>
            <a:ext cx="3712306" cy="118040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with Visual">
  <p:cSld name="Table of Contents with Visual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4"/>
          <p:cNvSpPr txBox="1"/>
          <p:nvPr>
            <p:ph type="title"/>
          </p:nvPr>
        </p:nvSpPr>
        <p:spPr>
          <a:xfrm>
            <a:off x="331200" y="289130"/>
            <a:ext cx="3548792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74"/>
          <p:cNvSpPr txBox="1"/>
          <p:nvPr>
            <p:ph idx="1" type="body"/>
          </p:nvPr>
        </p:nvSpPr>
        <p:spPr>
          <a:xfrm>
            <a:off x="331523" y="1470113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74"/>
          <p:cNvSpPr txBox="1"/>
          <p:nvPr>
            <p:ph idx="2" type="body"/>
          </p:nvPr>
        </p:nvSpPr>
        <p:spPr>
          <a:xfrm>
            <a:off x="892771" y="1468492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74"/>
          <p:cNvSpPr txBox="1"/>
          <p:nvPr>
            <p:ph idx="3" type="body"/>
          </p:nvPr>
        </p:nvSpPr>
        <p:spPr>
          <a:xfrm>
            <a:off x="893659" y="1733550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1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74"/>
          <p:cNvSpPr txBox="1"/>
          <p:nvPr>
            <p:ph idx="4" type="body"/>
          </p:nvPr>
        </p:nvSpPr>
        <p:spPr>
          <a:xfrm>
            <a:off x="331523" y="2064574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74"/>
          <p:cNvSpPr txBox="1"/>
          <p:nvPr>
            <p:ph idx="5" type="body"/>
          </p:nvPr>
        </p:nvSpPr>
        <p:spPr>
          <a:xfrm>
            <a:off x="892771" y="2062953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74"/>
          <p:cNvSpPr txBox="1"/>
          <p:nvPr>
            <p:ph idx="6" type="body"/>
          </p:nvPr>
        </p:nvSpPr>
        <p:spPr>
          <a:xfrm>
            <a:off x="893659" y="2328011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1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74"/>
          <p:cNvSpPr txBox="1"/>
          <p:nvPr>
            <p:ph idx="7" type="body"/>
          </p:nvPr>
        </p:nvSpPr>
        <p:spPr>
          <a:xfrm>
            <a:off x="331523" y="2659035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74"/>
          <p:cNvSpPr txBox="1"/>
          <p:nvPr>
            <p:ph idx="8" type="body"/>
          </p:nvPr>
        </p:nvSpPr>
        <p:spPr>
          <a:xfrm>
            <a:off x="892771" y="2657414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74"/>
          <p:cNvSpPr txBox="1"/>
          <p:nvPr>
            <p:ph idx="9" type="body"/>
          </p:nvPr>
        </p:nvSpPr>
        <p:spPr>
          <a:xfrm>
            <a:off x="893659" y="2922472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1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74"/>
          <p:cNvSpPr txBox="1"/>
          <p:nvPr>
            <p:ph idx="13" type="body"/>
          </p:nvPr>
        </p:nvSpPr>
        <p:spPr>
          <a:xfrm>
            <a:off x="331523" y="3254827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74"/>
          <p:cNvSpPr txBox="1"/>
          <p:nvPr>
            <p:ph idx="14" type="body"/>
          </p:nvPr>
        </p:nvSpPr>
        <p:spPr>
          <a:xfrm>
            <a:off x="892771" y="3253206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74"/>
          <p:cNvSpPr txBox="1"/>
          <p:nvPr>
            <p:ph idx="15" type="body"/>
          </p:nvPr>
        </p:nvSpPr>
        <p:spPr>
          <a:xfrm>
            <a:off x="893659" y="3518264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1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74"/>
          <p:cNvSpPr txBox="1"/>
          <p:nvPr>
            <p:ph idx="16" type="body"/>
          </p:nvPr>
        </p:nvSpPr>
        <p:spPr>
          <a:xfrm>
            <a:off x="331523" y="3848578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74"/>
          <p:cNvSpPr txBox="1"/>
          <p:nvPr>
            <p:ph idx="17" type="body"/>
          </p:nvPr>
        </p:nvSpPr>
        <p:spPr>
          <a:xfrm>
            <a:off x="892771" y="3846957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74"/>
          <p:cNvSpPr txBox="1"/>
          <p:nvPr>
            <p:ph idx="18" type="body"/>
          </p:nvPr>
        </p:nvSpPr>
        <p:spPr>
          <a:xfrm>
            <a:off x="893659" y="4112015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1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74"/>
          <p:cNvSpPr/>
          <p:nvPr>
            <p:ph idx="19" type="pic"/>
          </p:nvPr>
        </p:nvSpPr>
        <p:spPr>
          <a:xfrm>
            <a:off x="4052777" y="532799"/>
            <a:ext cx="4756746" cy="4132943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74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74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74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2" name="Google Shape;182;p74"/>
          <p:cNvCxnSpPr/>
          <p:nvPr/>
        </p:nvCxnSpPr>
        <p:spPr>
          <a:xfrm rot="10800000">
            <a:off x="9179892" y="815209"/>
            <a:ext cx="60418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3" name="Google Shape;183;p74"/>
          <p:cNvSpPr txBox="1"/>
          <p:nvPr/>
        </p:nvSpPr>
        <p:spPr>
          <a:xfrm>
            <a:off x="9842871" y="679025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74"/>
          <p:cNvCxnSpPr/>
          <p:nvPr/>
        </p:nvCxnSpPr>
        <p:spPr>
          <a:xfrm rot="10800000">
            <a:off x="3912767" y="5181600"/>
            <a:ext cx="0" cy="3071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5" name="Google Shape;185;p74"/>
          <p:cNvSpPr txBox="1"/>
          <p:nvPr/>
        </p:nvSpPr>
        <p:spPr>
          <a:xfrm>
            <a:off x="-32541" y="5633568"/>
            <a:ext cx="5842075" cy="1107996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insert all footers: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“Insert” from the top ribbon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 click on “Header &amp; footer”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the footer text in field below “Footer”, as shown in the screenshot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“Apply to all”.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footer on all slides will be updated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6179" y="5633568"/>
            <a:ext cx="563149" cy="87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4"/>
          <p:cNvPicPr preferRelativeResize="0"/>
          <p:nvPr/>
        </p:nvPicPr>
        <p:blipFill rotWithShape="1">
          <a:blip r:embed="rId3">
            <a:alphaModFix/>
          </a:blip>
          <a:srcRect b="25030" l="4378" r="23224" t="63775"/>
          <a:stretch/>
        </p:blipFill>
        <p:spPr>
          <a:xfrm>
            <a:off x="5956179" y="6596487"/>
            <a:ext cx="4912937" cy="529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0325" y="3140983"/>
            <a:ext cx="307086" cy="622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Large">
  <p:cSld name="Table of Contents Large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5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75"/>
          <p:cNvSpPr txBox="1"/>
          <p:nvPr>
            <p:ph idx="1" type="body"/>
          </p:nvPr>
        </p:nvSpPr>
        <p:spPr>
          <a:xfrm>
            <a:off x="857303" y="1470113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75"/>
          <p:cNvSpPr txBox="1"/>
          <p:nvPr>
            <p:ph idx="2" type="body"/>
          </p:nvPr>
        </p:nvSpPr>
        <p:spPr>
          <a:xfrm>
            <a:off x="1418551" y="1468492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75"/>
          <p:cNvSpPr txBox="1"/>
          <p:nvPr>
            <p:ph idx="3" type="body"/>
          </p:nvPr>
        </p:nvSpPr>
        <p:spPr>
          <a:xfrm>
            <a:off x="1419439" y="1733550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75"/>
          <p:cNvSpPr txBox="1"/>
          <p:nvPr>
            <p:ph idx="4" type="body"/>
          </p:nvPr>
        </p:nvSpPr>
        <p:spPr>
          <a:xfrm>
            <a:off x="857303" y="2064661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75"/>
          <p:cNvSpPr txBox="1"/>
          <p:nvPr>
            <p:ph idx="5" type="body"/>
          </p:nvPr>
        </p:nvSpPr>
        <p:spPr>
          <a:xfrm>
            <a:off x="1418551" y="2063040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75"/>
          <p:cNvSpPr txBox="1"/>
          <p:nvPr>
            <p:ph idx="6" type="body"/>
          </p:nvPr>
        </p:nvSpPr>
        <p:spPr>
          <a:xfrm>
            <a:off x="1419439" y="2328098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75"/>
          <p:cNvSpPr txBox="1"/>
          <p:nvPr>
            <p:ph idx="7" type="body"/>
          </p:nvPr>
        </p:nvSpPr>
        <p:spPr>
          <a:xfrm>
            <a:off x="857303" y="2659209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75"/>
          <p:cNvSpPr txBox="1"/>
          <p:nvPr>
            <p:ph idx="8" type="body"/>
          </p:nvPr>
        </p:nvSpPr>
        <p:spPr>
          <a:xfrm>
            <a:off x="1418551" y="2657588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75"/>
          <p:cNvSpPr txBox="1"/>
          <p:nvPr>
            <p:ph idx="9" type="body"/>
          </p:nvPr>
        </p:nvSpPr>
        <p:spPr>
          <a:xfrm>
            <a:off x="1419439" y="2922646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75"/>
          <p:cNvSpPr txBox="1"/>
          <p:nvPr>
            <p:ph idx="13" type="body"/>
          </p:nvPr>
        </p:nvSpPr>
        <p:spPr>
          <a:xfrm>
            <a:off x="857303" y="3253757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75"/>
          <p:cNvSpPr txBox="1"/>
          <p:nvPr>
            <p:ph idx="14" type="body"/>
          </p:nvPr>
        </p:nvSpPr>
        <p:spPr>
          <a:xfrm>
            <a:off x="1418551" y="3252136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75"/>
          <p:cNvSpPr txBox="1"/>
          <p:nvPr>
            <p:ph idx="15" type="body"/>
          </p:nvPr>
        </p:nvSpPr>
        <p:spPr>
          <a:xfrm>
            <a:off x="1419439" y="3517194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75"/>
          <p:cNvSpPr txBox="1"/>
          <p:nvPr>
            <p:ph idx="16" type="body"/>
          </p:nvPr>
        </p:nvSpPr>
        <p:spPr>
          <a:xfrm>
            <a:off x="857303" y="3848304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75"/>
          <p:cNvSpPr txBox="1"/>
          <p:nvPr>
            <p:ph idx="17" type="body"/>
          </p:nvPr>
        </p:nvSpPr>
        <p:spPr>
          <a:xfrm>
            <a:off x="1418551" y="3846683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75"/>
          <p:cNvSpPr txBox="1"/>
          <p:nvPr>
            <p:ph idx="18" type="body"/>
          </p:nvPr>
        </p:nvSpPr>
        <p:spPr>
          <a:xfrm>
            <a:off x="1419439" y="4111741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75"/>
          <p:cNvSpPr txBox="1"/>
          <p:nvPr>
            <p:ph idx="19" type="body"/>
          </p:nvPr>
        </p:nvSpPr>
        <p:spPr>
          <a:xfrm>
            <a:off x="4970112" y="1470113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75"/>
          <p:cNvSpPr txBox="1"/>
          <p:nvPr>
            <p:ph idx="20" type="body"/>
          </p:nvPr>
        </p:nvSpPr>
        <p:spPr>
          <a:xfrm>
            <a:off x="5531360" y="1468492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75"/>
          <p:cNvSpPr txBox="1"/>
          <p:nvPr>
            <p:ph idx="21" type="body"/>
          </p:nvPr>
        </p:nvSpPr>
        <p:spPr>
          <a:xfrm>
            <a:off x="5532248" y="1733550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75"/>
          <p:cNvSpPr txBox="1"/>
          <p:nvPr>
            <p:ph idx="22" type="body"/>
          </p:nvPr>
        </p:nvSpPr>
        <p:spPr>
          <a:xfrm>
            <a:off x="4970112" y="2064661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75"/>
          <p:cNvSpPr txBox="1"/>
          <p:nvPr>
            <p:ph idx="23" type="body"/>
          </p:nvPr>
        </p:nvSpPr>
        <p:spPr>
          <a:xfrm>
            <a:off x="5531360" y="2063040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75"/>
          <p:cNvSpPr txBox="1"/>
          <p:nvPr>
            <p:ph idx="24" type="body"/>
          </p:nvPr>
        </p:nvSpPr>
        <p:spPr>
          <a:xfrm>
            <a:off x="5532248" y="2328098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75"/>
          <p:cNvSpPr txBox="1"/>
          <p:nvPr>
            <p:ph idx="25" type="body"/>
          </p:nvPr>
        </p:nvSpPr>
        <p:spPr>
          <a:xfrm>
            <a:off x="4970112" y="2659209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75"/>
          <p:cNvSpPr txBox="1"/>
          <p:nvPr>
            <p:ph idx="26" type="body"/>
          </p:nvPr>
        </p:nvSpPr>
        <p:spPr>
          <a:xfrm>
            <a:off x="5531360" y="2657588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75"/>
          <p:cNvSpPr txBox="1"/>
          <p:nvPr>
            <p:ph idx="27" type="body"/>
          </p:nvPr>
        </p:nvSpPr>
        <p:spPr>
          <a:xfrm>
            <a:off x="5532248" y="2922646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75"/>
          <p:cNvSpPr txBox="1"/>
          <p:nvPr>
            <p:ph idx="28" type="body"/>
          </p:nvPr>
        </p:nvSpPr>
        <p:spPr>
          <a:xfrm>
            <a:off x="4970112" y="3253757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75"/>
          <p:cNvSpPr txBox="1"/>
          <p:nvPr>
            <p:ph idx="29" type="body"/>
          </p:nvPr>
        </p:nvSpPr>
        <p:spPr>
          <a:xfrm>
            <a:off x="5531360" y="3252136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75"/>
          <p:cNvSpPr txBox="1"/>
          <p:nvPr>
            <p:ph idx="30" type="body"/>
          </p:nvPr>
        </p:nvSpPr>
        <p:spPr>
          <a:xfrm>
            <a:off x="5532248" y="3517194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75"/>
          <p:cNvSpPr txBox="1"/>
          <p:nvPr>
            <p:ph idx="31" type="body"/>
          </p:nvPr>
        </p:nvSpPr>
        <p:spPr>
          <a:xfrm>
            <a:off x="4970112" y="3848304"/>
            <a:ext cx="388464" cy="4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30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655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•"/>
              <a:defRPr b="0" i="0" sz="17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30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Char char="•"/>
              <a:defRPr b="0" i="0" sz="7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75"/>
          <p:cNvSpPr txBox="1"/>
          <p:nvPr>
            <p:ph idx="32" type="body"/>
          </p:nvPr>
        </p:nvSpPr>
        <p:spPr>
          <a:xfrm>
            <a:off x="5531360" y="3846683"/>
            <a:ext cx="2987221" cy="242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Font typeface="Arial"/>
              <a:buNone/>
              <a:defRPr b="0" i="0" sz="20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b="0" i="0" sz="16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75"/>
          <p:cNvSpPr txBox="1"/>
          <p:nvPr>
            <p:ph idx="33" type="body"/>
          </p:nvPr>
        </p:nvSpPr>
        <p:spPr>
          <a:xfrm>
            <a:off x="5532248" y="4111741"/>
            <a:ext cx="2987221" cy="154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94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b="0" i="0" sz="8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75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75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75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(Light)" showMasterSp="0">
  <p:cSld name="Chapter (Light)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6"/>
          <p:cNvSpPr txBox="1"/>
          <p:nvPr>
            <p:ph type="title"/>
          </p:nvPr>
        </p:nvSpPr>
        <p:spPr>
          <a:xfrm>
            <a:off x="2009317" y="2278105"/>
            <a:ext cx="4888011" cy="32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6" name="Google Shape;226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24222" y="3119437"/>
            <a:ext cx="953453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76"/>
          <p:cNvSpPr txBox="1"/>
          <p:nvPr>
            <p:ph idx="1" type="body"/>
          </p:nvPr>
        </p:nvSpPr>
        <p:spPr>
          <a:xfrm>
            <a:off x="868680" y="2265747"/>
            <a:ext cx="8385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76"/>
          <p:cNvSpPr txBox="1"/>
          <p:nvPr>
            <p:ph idx="2" type="body"/>
          </p:nvPr>
        </p:nvSpPr>
        <p:spPr>
          <a:xfrm>
            <a:off x="2009318" y="266561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76"/>
          <p:cNvSpPr txBox="1"/>
          <p:nvPr>
            <p:ph idx="3" type="body"/>
          </p:nvPr>
        </p:nvSpPr>
        <p:spPr>
          <a:xfrm>
            <a:off x="2009318" y="298565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1" sz="14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76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76"/>
          <p:cNvSpPr txBox="1"/>
          <p:nvPr>
            <p:ph idx="10" type="dt"/>
          </p:nvPr>
        </p:nvSpPr>
        <p:spPr>
          <a:xfrm>
            <a:off x="6548724" y="54242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76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(Light) Option 2" showMasterSp="0">
  <p:cSld name="Chapter (Light) Option 2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7"/>
          <p:cNvSpPr txBox="1"/>
          <p:nvPr>
            <p:ph idx="1" type="body"/>
          </p:nvPr>
        </p:nvSpPr>
        <p:spPr>
          <a:xfrm>
            <a:off x="868680" y="2265747"/>
            <a:ext cx="8385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77"/>
          <p:cNvSpPr txBox="1"/>
          <p:nvPr>
            <p:ph type="title"/>
          </p:nvPr>
        </p:nvSpPr>
        <p:spPr>
          <a:xfrm>
            <a:off x="2009317" y="2278105"/>
            <a:ext cx="4888011" cy="32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77"/>
          <p:cNvSpPr txBox="1"/>
          <p:nvPr>
            <p:ph idx="2" type="body"/>
          </p:nvPr>
        </p:nvSpPr>
        <p:spPr>
          <a:xfrm>
            <a:off x="2009318" y="298565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1" sz="14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77"/>
          <p:cNvSpPr txBox="1"/>
          <p:nvPr>
            <p:ph idx="3" type="body"/>
          </p:nvPr>
        </p:nvSpPr>
        <p:spPr>
          <a:xfrm>
            <a:off x="2009318" y="266561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8" name="Google Shape;238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62009" y="723299"/>
            <a:ext cx="953453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7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77"/>
          <p:cNvSpPr txBox="1"/>
          <p:nvPr>
            <p:ph idx="10" type="dt"/>
          </p:nvPr>
        </p:nvSpPr>
        <p:spPr>
          <a:xfrm>
            <a:off x="6548724" y="54242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77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(Light) Option 3" showMasterSp="0">
  <p:cSld name="Chapter (Light) Option 3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8"/>
          <p:cNvSpPr txBox="1"/>
          <p:nvPr>
            <p:ph idx="1" type="body"/>
          </p:nvPr>
        </p:nvSpPr>
        <p:spPr>
          <a:xfrm>
            <a:off x="868680" y="2265747"/>
            <a:ext cx="8385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p78"/>
          <p:cNvSpPr txBox="1"/>
          <p:nvPr>
            <p:ph type="title"/>
          </p:nvPr>
        </p:nvSpPr>
        <p:spPr>
          <a:xfrm>
            <a:off x="2009317" y="2278105"/>
            <a:ext cx="4888011" cy="32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78"/>
          <p:cNvSpPr txBox="1"/>
          <p:nvPr>
            <p:ph idx="2" type="body"/>
          </p:nvPr>
        </p:nvSpPr>
        <p:spPr>
          <a:xfrm>
            <a:off x="2009318" y="298565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1" sz="14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78"/>
          <p:cNvSpPr txBox="1"/>
          <p:nvPr>
            <p:ph idx="3" type="body"/>
          </p:nvPr>
        </p:nvSpPr>
        <p:spPr>
          <a:xfrm>
            <a:off x="2009318" y="266561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0" sz="140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7" name="Google Shape;247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2455" y="3768442"/>
            <a:ext cx="953453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78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78"/>
          <p:cNvSpPr txBox="1"/>
          <p:nvPr>
            <p:ph idx="10" type="dt"/>
          </p:nvPr>
        </p:nvSpPr>
        <p:spPr>
          <a:xfrm>
            <a:off x="6548724" y="54242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78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(Dark)" showMasterSp="0">
  <p:cSld name="Chapter (Dark)">
    <p:bg>
      <p:bgPr>
        <a:solidFill>
          <a:srgbClr val="1E034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9"/>
          <p:cNvSpPr txBox="1"/>
          <p:nvPr>
            <p:ph type="title"/>
          </p:nvPr>
        </p:nvSpPr>
        <p:spPr>
          <a:xfrm>
            <a:off x="2009317" y="2278105"/>
            <a:ext cx="4888011" cy="32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3" name="Google Shape;253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24222" y="3119437"/>
            <a:ext cx="953453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79"/>
          <p:cNvSpPr txBox="1"/>
          <p:nvPr>
            <p:ph idx="1" type="body"/>
          </p:nvPr>
        </p:nvSpPr>
        <p:spPr>
          <a:xfrm>
            <a:off x="868680" y="2265747"/>
            <a:ext cx="8385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79"/>
          <p:cNvSpPr txBox="1"/>
          <p:nvPr>
            <p:ph idx="2" type="body"/>
          </p:nvPr>
        </p:nvSpPr>
        <p:spPr>
          <a:xfrm>
            <a:off x="2009318" y="266561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79"/>
          <p:cNvSpPr txBox="1"/>
          <p:nvPr>
            <p:ph idx="3" type="body"/>
          </p:nvPr>
        </p:nvSpPr>
        <p:spPr>
          <a:xfrm>
            <a:off x="2009318" y="298565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1" sz="14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79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79"/>
          <p:cNvSpPr txBox="1"/>
          <p:nvPr>
            <p:ph idx="10" type="dt"/>
          </p:nvPr>
        </p:nvSpPr>
        <p:spPr>
          <a:xfrm>
            <a:off x="6548724" y="54242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79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(Dark) Option 2" showMasterSp="0">
  <p:cSld name="Chapter (Dark) Option 2">
    <p:bg>
      <p:bgPr>
        <a:solidFill>
          <a:srgbClr val="1E034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0"/>
          <p:cNvSpPr txBox="1"/>
          <p:nvPr>
            <p:ph idx="1" type="body"/>
          </p:nvPr>
        </p:nvSpPr>
        <p:spPr>
          <a:xfrm>
            <a:off x="868680" y="2265747"/>
            <a:ext cx="8385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p80"/>
          <p:cNvSpPr txBox="1"/>
          <p:nvPr>
            <p:ph type="title"/>
          </p:nvPr>
        </p:nvSpPr>
        <p:spPr>
          <a:xfrm>
            <a:off x="2009317" y="2278105"/>
            <a:ext cx="4888011" cy="32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80"/>
          <p:cNvSpPr txBox="1"/>
          <p:nvPr>
            <p:ph idx="2" type="body"/>
          </p:nvPr>
        </p:nvSpPr>
        <p:spPr>
          <a:xfrm>
            <a:off x="2009318" y="298565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1" sz="14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p80"/>
          <p:cNvSpPr txBox="1"/>
          <p:nvPr>
            <p:ph idx="3" type="body"/>
          </p:nvPr>
        </p:nvSpPr>
        <p:spPr>
          <a:xfrm>
            <a:off x="2009318" y="266561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65" name="Google Shape;265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62009" y="723299"/>
            <a:ext cx="953453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0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80"/>
          <p:cNvSpPr txBox="1"/>
          <p:nvPr>
            <p:ph idx="10" type="dt"/>
          </p:nvPr>
        </p:nvSpPr>
        <p:spPr>
          <a:xfrm>
            <a:off x="6548724" y="54242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80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(Dark) Option 3" showMasterSp="0">
  <p:cSld name="Chapter (Dark) Option 3">
    <p:bg>
      <p:bgPr>
        <a:solidFill>
          <a:srgbClr val="1E034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1"/>
          <p:cNvSpPr txBox="1"/>
          <p:nvPr>
            <p:ph idx="1" type="body"/>
          </p:nvPr>
        </p:nvSpPr>
        <p:spPr>
          <a:xfrm>
            <a:off x="868680" y="2265747"/>
            <a:ext cx="8385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1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p81"/>
          <p:cNvSpPr txBox="1"/>
          <p:nvPr>
            <p:ph type="title"/>
          </p:nvPr>
        </p:nvSpPr>
        <p:spPr>
          <a:xfrm>
            <a:off x="2009317" y="2278105"/>
            <a:ext cx="4888011" cy="32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81"/>
          <p:cNvSpPr txBox="1"/>
          <p:nvPr>
            <p:ph idx="2" type="body"/>
          </p:nvPr>
        </p:nvSpPr>
        <p:spPr>
          <a:xfrm>
            <a:off x="2009318" y="298565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1" sz="14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81"/>
          <p:cNvSpPr txBox="1"/>
          <p:nvPr>
            <p:ph idx="3" type="body"/>
          </p:nvPr>
        </p:nvSpPr>
        <p:spPr>
          <a:xfrm>
            <a:off x="2009318" y="2665618"/>
            <a:ext cx="4888011" cy="23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b="0" i="0" sz="1400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i="1" sz="1400">
                <a:solidFill>
                  <a:schemeClr val="lt2"/>
                </a:solidFill>
              </a:defRPr>
            </a:lvl3pPr>
            <a:lvl4pPr indent="-27622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Char char="•"/>
              <a:defRPr sz="750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4" name="Google Shape;274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2455" y="3768442"/>
            <a:ext cx="953453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81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81"/>
          <p:cNvSpPr txBox="1"/>
          <p:nvPr>
            <p:ph idx="10" type="dt"/>
          </p:nvPr>
        </p:nvSpPr>
        <p:spPr>
          <a:xfrm>
            <a:off x="6548724" y="54242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81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ver Image" showMasterSp="0">
  <p:cSld name="Text over Image">
    <p:bg>
      <p:bgPr>
        <a:solidFill>
          <a:schemeClr val="accen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2"/>
          <p:cNvSpPr txBox="1"/>
          <p:nvPr>
            <p:ph type="title"/>
          </p:nvPr>
        </p:nvSpPr>
        <p:spPr>
          <a:xfrm>
            <a:off x="5083918" y="1360133"/>
            <a:ext cx="371230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Verdana"/>
              <a:buNone/>
              <a:defRPr sz="2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82"/>
          <p:cNvSpPr/>
          <p:nvPr>
            <p:ph idx="2" type="pic"/>
          </p:nvPr>
        </p:nvSpPr>
        <p:spPr>
          <a:xfrm>
            <a:off x="1" y="0"/>
            <a:ext cx="4781135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82"/>
          <p:cNvSpPr txBox="1"/>
          <p:nvPr>
            <p:ph idx="1" type="body"/>
          </p:nvPr>
        </p:nvSpPr>
        <p:spPr>
          <a:xfrm>
            <a:off x="5083918" y="2186523"/>
            <a:ext cx="3712306" cy="104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0" i="1" sz="36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Arial"/>
              <a:buNone/>
              <a:defRPr b="0" i="1" sz="3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p82"/>
          <p:cNvSpPr txBox="1"/>
          <p:nvPr>
            <p:ph idx="3" type="body"/>
          </p:nvPr>
        </p:nvSpPr>
        <p:spPr>
          <a:xfrm>
            <a:off x="5083918" y="3296919"/>
            <a:ext cx="3712306" cy="53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83" name="Google Shape;283;p82"/>
          <p:cNvGrpSpPr/>
          <p:nvPr/>
        </p:nvGrpSpPr>
        <p:grpSpPr>
          <a:xfrm>
            <a:off x="331191" y="4746706"/>
            <a:ext cx="804755" cy="207184"/>
            <a:chOff x="4767702" y="-472136"/>
            <a:chExt cx="745525" cy="191931"/>
          </a:xfrm>
        </p:grpSpPr>
        <p:sp>
          <p:nvSpPr>
            <p:cNvPr id="284" name="Google Shape;284;p82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85" name="Google Shape;285;p82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rgbClr val="7A00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86" name="Google Shape;286;p82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rgbClr val="7A00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87" name="Google Shape;287;p82"/>
          <p:cNvSpPr txBox="1"/>
          <p:nvPr>
            <p:ph idx="10" type="dt"/>
          </p:nvPr>
        </p:nvSpPr>
        <p:spPr>
          <a:xfrm>
            <a:off x="6124176" y="48273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8" name="Google Shape;288;p82"/>
          <p:cNvCxnSpPr/>
          <p:nvPr/>
        </p:nvCxnSpPr>
        <p:spPr>
          <a:xfrm>
            <a:off x="-556260" y="160020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9" name="Google Shape;289;p82"/>
          <p:cNvSpPr txBox="1"/>
          <p:nvPr/>
        </p:nvSpPr>
        <p:spPr>
          <a:xfrm>
            <a:off x="-2436695" y="4563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69241" y="2507594"/>
            <a:ext cx="307086" cy="62204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2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82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.Emphasis2">
  <p:cSld name="05.Emphasis2"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3"/>
          <p:cNvSpPr txBox="1"/>
          <p:nvPr>
            <p:ph type="title"/>
          </p:nvPr>
        </p:nvSpPr>
        <p:spPr>
          <a:xfrm>
            <a:off x="725844" y="1337174"/>
            <a:ext cx="3712306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83"/>
          <p:cNvSpPr txBox="1"/>
          <p:nvPr>
            <p:ph idx="1" type="body"/>
          </p:nvPr>
        </p:nvSpPr>
        <p:spPr>
          <a:xfrm>
            <a:off x="725844" y="2148567"/>
            <a:ext cx="3712306" cy="104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0" i="1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Arial"/>
              <a:buNone/>
              <a:defRPr b="0" i="1" sz="3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83"/>
          <p:cNvSpPr txBox="1"/>
          <p:nvPr>
            <p:ph idx="2" type="body"/>
          </p:nvPr>
        </p:nvSpPr>
        <p:spPr>
          <a:xfrm>
            <a:off x="725844" y="3296919"/>
            <a:ext cx="3712306" cy="53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7" name="Google Shape;297;p83"/>
          <p:cNvSpPr/>
          <p:nvPr>
            <p:ph idx="3" type="pic"/>
          </p:nvPr>
        </p:nvSpPr>
        <p:spPr>
          <a:xfrm>
            <a:off x="4362864" y="0"/>
            <a:ext cx="4781136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83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83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83"/>
          <p:cNvSpPr txBox="1"/>
          <p:nvPr>
            <p:ph idx="10" type="dt"/>
          </p:nvPr>
        </p:nvSpPr>
        <p:spPr>
          <a:xfrm>
            <a:off x="6548724" y="5400000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next to Image" showMasterSp="0">
  <p:cSld name="Text next to Image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4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84"/>
          <p:cNvSpPr txBox="1"/>
          <p:nvPr>
            <p:ph idx="1" type="body"/>
          </p:nvPr>
        </p:nvSpPr>
        <p:spPr>
          <a:xfrm>
            <a:off x="5404951" y="2617811"/>
            <a:ext cx="3077548" cy="403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None/>
              <a:defRPr b="0" i="1" sz="25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Font typeface="Arial"/>
              <a:buNone/>
              <a:defRPr b="0" i="1" sz="25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84"/>
          <p:cNvSpPr txBox="1"/>
          <p:nvPr>
            <p:ph idx="3" type="body"/>
          </p:nvPr>
        </p:nvSpPr>
        <p:spPr>
          <a:xfrm>
            <a:off x="5404951" y="3085124"/>
            <a:ext cx="3077548" cy="248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rial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84"/>
          <p:cNvSpPr txBox="1"/>
          <p:nvPr>
            <p:ph idx="10" type="dt"/>
          </p:nvPr>
        </p:nvSpPr>
        <p:spPr>
          <a:xfrm>
            <a:off x="6167720" y="48273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06" name="Google Shape;306;p84"/>
          <p:cNvCxnSpPr/>
          <p:nvPr/>
        </p:nvCxnSpPr>
        <p:spPr>
          <a:xfrm>
            <a:off x="-556260" y="160020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7" name="Google Shape;307;p84"/>
          <p:cNvSpPr txBox="1"/>
          <p:nvPr/>
        </p:nvSpPr>
        <p:spPr>
          <a:xfrm>
            <a:off x="-2436695" y="4563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69241" y="2507594"/>
            <a:ext cx="307086" cy="62204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4"/>
          <p:cNvSpPr/>
          <p:nvPr>
            <p:ph idx="4" type="dgm"/>
          </p:nvPr>
        </p:nvSpPr>
        <p:spPr>
          <a:xfrm>
            <a:off x="6912231" y="1426436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310" name="Google Shape;310;p84"/>
          <p:cNvSpPr/>
          <p:nvPr>
            <p:ph idx="5" type="dgm"/>
          </p:nvPr>
        </p:nvSpPr>
        <p:spPr>
          <a:xfrm>
            <a:off x="6912231" y="3645065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311" name="Google Shape;311;p84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84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84"/>
          <p:cNvSpPr txBox="1"/>
          <p:nvPr>
            <p:ph type="title"/>
          </p:nvPr>
        </p:nvSpPr>
        <p:spPr>
          <a:xfrm>
            <a:off x="5404950" y="1840117"/>
            <a:ext cx="3077549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 (Large)">
  <p:cSld name="Title and Content with Image (Large)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6"/>
          <p:cNvSpPr txBox="1"/>
          <p:nvPr>
            <p:ph type="title"/>
          </p:nvPr>
        </p:nvSpPr>
        <p:spPr>
          <a:xfrm>
            <a:off x="331200" y="289130"/>
            <a:ext cx="4028251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86"/>
          <p:cNvSpPr txBox="1"/>
          <p:nvPr>
            <p:ph idx="1" type="body"/>
          </p:nvPr>
        </p:nvSpPr>
        <p:spPr>
          <a:xfrm>
            <a:off x="333731" y="1071318"/>
            <a:ext cx="402792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86"/>
          <p:cNvSpPr txBox="1"/>
          <p:nvPr>
            <p:ph idx="2" type="body"/>
          </p:nvPr>
        </p:nvSpPr>
        <p:spPr>
          <a:xfrm>
            <a:off x="331526" y="1340692"/>
            <a:ext cx="4027926" cy="3209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8" name="Google Shape;318;p86"/>
          <p:cNvSpPr/>
          <p:nvPr>
            <p:ph idx="3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86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86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86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2" name="Google Shape;322;p86"/>
          <p:cNvCxnSpPr/>
          <p:nvPr/>
        </p:nvCxnSpPr>
        <p:spPr>
          <a:xfrm>
            <a:off x="-525780" y="1455076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3" name="Google Shape;323;p86"/>
          <p:cNvSpPr txBox="1"/>
          <p:nvPr/>
        </p:nvSpPr>
        <p:spPr>
          <a:xfrm>
            <a:off x="-2406215" y="1340692"/>
            <a:ext cx="1786192" cy="2292935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Using bullets with the indent button: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the indent button to create the text levels with the appropriate bullet in miracle purple.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4" name="Google Shape;324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284295" y="2663190"/>
            <a:ext cx="640080" cy="7800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5" name="Google Shape;325;p86"/>
          <p:cNvCxnSpPr/>
          <p:nvPr/>
        </p:nvCxnSpPr>
        <p:spPr>
          <a:xfrm rot="10800000">
            <a:off x="9179892" y="815209"/>
            <a:ext cx="60418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6" name="Google Shape;326;p86"/>
          <p:cNvSpPr txBox="1"/>
          <p:nvPr/>
        </p:nvSpPr>
        <p:spPr>
          <a:xfrm>
            <a:off x="9886077" y="699694"/>
            <a:ext cx="1786192" cy="330859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7" name="Google Shape;327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5349" y="3183019"/>
            <a:ext cx="371475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Numbers">
  <p:cSld name="Title, Content and Numbers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7"/>
          <p:cNvSpPr/>
          <p:nvPr/>
        </p:nvSpPr>
        <p:spPr>
          <a:xfrm>
            <a:off x="0" y="0"/>
            <a:ext cx="2797200" cy="5143500"/>
          </a:xfrm>
          <a:prstGeom prst="rect">
            <a:avLst/>
          </a:prstGeom>
          <a:solidFill>
            <a:srgbClr val="E9E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0" name="Google Shape;330;p87"/>
          <p:cNvSpPr txBox="1"/>
          <p:nvPr>
            <p:ph type="title"/>
          </p:nvPr>
        </p:nvSpPr>
        <p:spPr>
          <a:xfrm>
            <a:off x="331200" y="289130"/>
            <a:ext cx="2118055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87"/>
          <p:cNvSpPr txBox="1"/>
          <p:nvPr>
            <p:ph idx="1" type="body"/>
          </p:nvPr>
        </p:nvSpPr>
        <p:spPr>
          <a:xfrm>
            <a:off x="333730" y="1071318"/>
            <a:ext cx="21168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2" name="Google Shape;332;p87"/>
          <p:cNvSpPr txBox="1"/>
          <p:nvPr>
            <p:ph idx="2" type="body"/>
          </p:nvPr>
        </p:nvSpPr>
        <p:spPr>
          <a:xfrm>
            <a:off x="331526" y="1319303"/>
            <a:ext cx="2116800" cy="3207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87"/>
          <p:cNvSpPr txBox="1"/>
          <p:nvPr>
            <p:ph idx="3" type="body"/>
          </p:nvPr>
        </p:nvSpPr>
        <p:spPr>
          <a:xfrm>
            <a:off x="3025070" y="289130"/>
            <a:ext cx="883540" cy="2076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cap="none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87"/>
          <p:cNvSpPr txBox="1"/>
          <p:nvPr>
            <p:ph idx="4" type="body"/>
          </p:nvPr>
        </p:nvSpPr>
        <p:spPr>
          <a:xfrm>
            <a:off x="4051561" y="314154"/>
            <a:ext cx="1034787" cy="39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0" i="0" sz="2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87"/>
          <p:cNvSpPr/>
          <p:nvPr>
            <p:ph idx="5" type="pic"/>
          </p:nvPr>
        </p:nvSpPr>
        <p:spPr>
          <a:xfrm>
            <a:off x="4051562" y="1005989"/>
            <a:ext cx="1034787" cy="13644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87"/>
          <p:cNvSpPr txBox="1"/>
          <p:nvPr>
            <p:ph idx="6" type="body"/>
          </p:nvPr>
        </p:nvSpPr>
        <p:spPr>
          <a:xfrm>
            <a:off x="4051562" y="2515557"/>
            <a:ext cx="1034787" cy="49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7" name="Google Shape;337;p87"/>
          <p:cNvSpPr txBox="1"/>
          <p:nvPr>
            <p:ph idx="7" type="body"/>
          </p:nvPr>
        </p:nvSpPr>
        <p:spPr>
          <a:xfrm>
            <a:off x="4051562" y="3149292"/>
            <a:ext cx="1034787" cy="152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8" name="Google Shape;338;p87"/>
          <p:cNvSpPr txBox="1"/>
          <p:nvPr>
            <p:ph idx="8" type="body"/>
          </p:nvPr>
        </p:nvSpPr>
        <p:spPr>
          <a:xfrm>
            <a:off x="5296499" y="314154"/>
            <a:ext cx="1034786" cy="39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0" i="0" sz="2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9" name="Google Shape;339;p87"/>
          <p:cNvSpPr/>
          <p:nvPr>
            <p:ph idx="9" type="pic"/>
          </p:nvPr>
        </p:nvSpPr>
        <p:spPr>
          <a:xfrm>
            <a:off x="5296499" y="1005989"/>
            <a:ext cx="1034787" cy="136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87"/>
          <p:cNvSpPr txBox="1"/>
          <p:nvPr>
            <p:ph idx="13" type="body"/>
          </p:nvPr>
        </p:nvSpPr>
        <p:spPr>
          <a:xfrm>
            <a:off x="5296498" y="2509781"/>
            <a:ext cx="1034787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87"/>
          <p:cNvSpPr txBox="1"/>
          <p:nvPr>
            <p:ph idx="14" type="body"/>
          </p:nvPr>
        </p:nvSpPr>
        <p:spPr>
          <a:xfrm>
            <a:off x="5296498" y="3149292"/>
            <a:ext cx="1034787" cy="152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87"/>
          <p:cNvSpPr txBox="1"/>
          <p:nvPr>
            <p:ph idx="15" type="body"/>
          </p:nvPr>
        </p:nvSpPr>
        <p:spPr>
          <a:xfrm>
            <a:off x="6541435" y="314154"/>
            <a:ext cx="1034785" cy="39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0" i="0" sz="2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87"/>
          <p:cNvSpPr/>
          <p:nvPr>
            <p:ph idx="16" type="pic"/>
          </p:nvPr>
        </p:nvSpPr>
        <p:spPr>
          <a:xfrm>
            <a:off x="6541436" y="1005989"/>
            <a:ext cx="1034787" cy="136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87"/>
          <p:cNvSpPr txBox="1"/>
          <p:nvPr>
            <p:ph idx="17" type="body"/>
          </p:nvPr>
        </p:nvSpPr>
        <p:spPr>
          <a:xfrm>
            <a:off x="6541433" y="2509781"/>
            <a:ext cx="1034787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5" name="Google Shape;345;p87"/>
          <p:cNvSpPr txBox="1"/>
          <p:nvPr>
            <p:ph idx="18" type="body"/>
          </p:nvPr>
        </p:nvSpPr>
        <p:spPr>
          <a:xfrm>
            <a:off x="6541433" y="3149292"/>
            <a:ext cx="1034787" cy="152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6" name="Google Shape;346;p87"/>
          <p:cNvSpPr txBox="1"/>
          <p:nvPr>
            <p:ph idx="19" type="body"/>
          </p:nvPr>
        </p:nvSpPr>
        <p:spPr>
          <a:xfrm>
            <a:off x="7786372" y="314154"/>
            <a:ext cx="1034785" cy="39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0" i="0" sz="2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p87"/>
          <p:cNvSpPr/>
          <p:nvPr>
            <p:ph idx="20" type="pic"/>
          </p:nvPr>
        </p:nvSpPr>
        <p:spPr>
          <a:xfrm>
            <a:off x="7786373" y="1005989"/>
            <a:ext cx="1034787" cy="136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87"/>
          <p:cNvSpPr txBox="1"/>
          <p:nvPr>
            <p:ph idx="21" type="body"/>
          </p:nvPr>
        </p:nvSpPr>
        <p:spPr>
          <a:xfrm>
            <a:off x="7786367" y="2509781"/>
            <a:ext cx="1034787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9" name="Google Shape;349;p87"/>
          <p:cNvSpPr txBox="1"/>
          <p:nvPr>
            <p:ph idx="22" type="body"/>
          </p:nvPr>
        </p:nvSpPr>
        <p:spPr>
          <a:xfrm>
            <a:off x="7786367" y="3149292"/>
            <a:ext cx="1034787" cy="152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50" name="Google Shape;350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822" y="4596340"/>
            <a:ext cx="1157201" cy="53371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87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87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87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4" name="Google Shape;354;p87"/>
          <p:cNvCxnSpPr/>
          <p:nvPr/>
        </p:nvCxnSpPr>
        <p:spPr>
          <a:xfrm rot="10800000">
            <a:off x="9210372" y="1374041"/>
            <a:ext cx="60418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5" name="Google Shape;355;p87"/>
          <p:cNvSpPr txBox="1"/>
          <p:nvPr/>
        </p:nvSpPr>
        <p:spPr>
          <a:xfrm>
            <a:off x="9905193" y="121617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647" y="3678134"/>
            <a:ext cx="307086" cy="622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Numbers (Dark)">
  <p:cSld name="Title, Content and Numbers (Dark)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8"/>
          <p:cNvSpPr/>
          <p:nvPr/>
        </p:nvSpPr>
        <p:spPr>
          <a:xfrm>
            <a:off x="0" y="0"/>
            <a:ext cx="2797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59" name="Google Shape;359;p88"/>
          <p:cNvGrpSpPr/>
          <p:nvPr/>
        </p:nvGrpSpPr>
        <p:grpSpPr>
          <a:xfrm>
            <a:off x="331191" y="4746706"/>
            <a:ext cx="804755" cy="207184"/>
            <a:chOff x="4767702" y="-472136"/>
            <a:chExt cx="745525" cy="191931"/>
          </a:xfrm>
        </p:grpSpPr>
        <p:sp>
          <p:nvSpPr>
            <p:cNvPr id="360" name="Google Shape;360;p88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1" name="Google Shape;361;p88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2" name="Google Shape;362;p88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363" name="Google Shape;363;p88"/>
          <p:cNvSpPr txBox="1"/>
          <p:nvPr>
            <p:ph type="title"/>
          </p:nvPr>
        </p:nvSpPr>
        <p:spPr>
          <a:xfrm>
            <a:off x="331200" y="288000"/>
            <a:ext cx="2118055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88"/>
          <p:cNvSpPr txBox="1"/>
          <p:nvPr>
            <p:ph idx="1" type="body"/>
          </p:nvPr>
        </p:nvSpPr>
        <p:spPr>
          <a:xfrm>
            <a:off x="333730" y="1071318"/>
            <a:ext cx="21168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88"/>
          <p:cNvSpPr txBox="1"/>
          <p:nvPr>
            <p:ph idx="2" type="body"/>
          </p:nvPr>
        </p:nvSpPr>
        <p:spPr>
          <a:xfrm>
            <a:off x="331526" y="1340691"/>
            <a:ext cx="2120260" cy="33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6" name="Google Shape;366;p88"/>
          <p:cNvSpPr txBox="1"/>
          <p:nvPr>
            <p:ph idx="3" type="body"/>
          </p:nvPr>
        </p:nvSpPr>
        <p:spPr>
          <a:xfrm>
            <a:off x="3025070" y="288000"/>
            <a:ext cx="883540" cy="2076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cap="none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p88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88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" name="Google Shape;369;p88"/>
          <p:cNvSpPr txBox="1"/>
          <p:nvPr>
            <p:ph idx="4" type="body"/>
          </p:nvPr>
        </p:nvSpPr>
        <p:spPr>
          <a:xfrm>
            <a:off x="4051561" y="313024"/>
            <a:ext cx="1034787" cy="39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0" i="0" sz="2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88"/>
          <p:cNvSpPr/>
          <p:nvPr>
            <p:ph idx="5" type="pic"/>
          </p:nvPr>
        </p:nvSpPr>
        <p:spPr>
          <a:xfrm>
            <a:off x="4051562" y="1004859"/>
            <a:ext cx="1034787" cy="13644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88"/>
          <p:cNvSpPr txBox="1"/>
          <p:nvPr>
            <p:ph idx="6" type="body"/>
          </p:nvPr>
        </p:nvSpPr>
        <p:spPr>
          <a:xfrm>
            <a:off x="4051562" y="2515557"/>
            <a:ext cx="1034787" cy="49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2" name="Google Shape;372;p88"/>
          <p:cNvSpPr txBox="1"/>
          <p:nvPr>
            <p:ph idx="7" type="body"/>
          </p:nvPr>
        </p:nvSpPr>
        <p:spPr>
          <a:xfrm>
            <a:off x="4051562" y="3149292"/>
            <a:ext cx="1034787" cy="152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3" name="Google Shape;373;p88"/>
          <p:cNvSpPr txBox="1"/>
          <p:nvPr>
            <p:ph idx="8" type="body"/>
          </p:nvPr>
        </p:nvSpPr>
        <p:spPr>
          <a:xfrm>
            <a:off x="5296499" y="313024"/>
            <a:ext cx="1034786" cy="39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0" i="0" sz="2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4" name="Google Shape;374;p88"/>
          <p:cNvSpPr/>
          <p:nvPr>
            <p:ph idx="9" type="pic"/>
          </p:nvPr>
        </p:nvSpPr>
        <p:spPr>
          <a:xfrm>
            <a:off x="5296499" y="1004859"/>
            <a:ext cx="1034787" cy="13644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88"/>
          <p:cNvSpPr txBox="1"/>
          <p:nvPr>
            <p:ph idx="13" type="body"/>
          </p:nvPr>
        </p:nvSpPr>
        <p:spPr>
          <a:xfrm>
            <a:off x="5296498" y="2509781"/>
            <a:ext cx="1034787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88"/>
          <p:cNvSpPr txBox="1"/>
          <p:nvPr>
            <p:ph idx="14" type="body"/>
          </p:nvPr>
        </p:nvSpPr>
        <p:spPr>
          <a:xfrm>
            <a:off x="5296498" y="3149292"/>
            <a:ext cx="1034787" cy="152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7" name="Google Shape;377;p88"/>
          <p:cNvSpPr txBox="1"/>
          <p:nvPr>
            <p:ph idx="15" type="body"/>
          </p:nvPr>
        </p:nvSpPr>
        <p:spPr>
          <a:xfrm>
            <a:off x="6541435" y="313024"/>
            <a:ext cx="1034785" cy="39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0" i="0" sz="2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p88"/>
          <p:cNvSpPr/>
          <p:nvPr>
            <p:ph idx="16" type="pic"/>
          </p:nvPr>
        </p:nvSpPr>
        <p:spPr>
          <a:xfrm>
            <a:off x="6541436" y="1004859"/>
            <a:ext cx="1034787" cy="13644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88"/>
          <p:cNvSpPr txBox="1"/>
          <p:nvPr>
            <p:ph idx="17" type="body"/>
          </p:nvPr>
        </p:nvSpPr>
        <p:spPr>
          <a:xfrm>
            <a:off x="6541433" y="2509781"/>
            <a:ext cx="1034787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0" name="Google Shape;380;p88"/>
          <p:cNvSpPr txBox="1"/>
          <p:nvPr>
            <p:ph idx="18" type="body"/>
          </p:nvPr>
        </p:nvSpPr>
        <p:spPr>
          <a:xfrm>
            <a:off x="6541433" y="3149292"/>
            <a:ext cx="1034787" cy="152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88"/>
          <p:cNvSpPr txBox="1"/>
          <p:nvPr>
            <p:ph idx="19" type="body"/>
          </p:nvPr>
        </p:nvSpPr>
        <p:spPr>
          <a:xfrm>
            <a:off x="7786372" y="313024"/>
            <a:ext cx="1034785" cy="399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0" i="0" sz="26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2" name="Google Shape;382;p88"/>
          <p:cNvSpPr/>
          <p:nvPr>
            <p:ph idx="20" type="pic"/>
          </p:nvPr>
        </p:nvSpPr>
        <p:spPr>
          <a:xfrm>
            <a:off x="7786373" y="1004859"/>
            <a:ext cx="1034787" cy="13644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88"/>
          <p:cNvSpPr txBox="1"/>
          <p:nvPr>
            <p:ph idx="21" type="body"/>
          </p:nvPr>
        </p:nvSpPr>
        <p:spPr>
          <a:xfrm>
            <a:off x="7786367" y="2509781"/>
            <a:ext cx="1034787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4" name="Google Shape;384;p88"/>
          <p:cNvSpPr txBox="1"/>
          <p:nvPr>
            <p:ph idx="22" type="body"/>
          </p:nvPr>
        </p:nvSpPr>
        <p:spPr>
          <a:xfrm>
            <a:off x="7786367" y="3149292"/>
            <a:ext cx="1034787" cy="152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5" name="Google Shape;385;p88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Numbers (Alternative) (Light)">
  <p:cSld name="Title, Content and Numbers (Alternative) (Light)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9"/>
          <p:cNvSpPr/>
          <p:nvPr/>
        </p:nvSpPr>
        <p:spPr>
          <a:xfrm>
            <a:off x="0" y="0"/>
            <a:ext cx="2797200" cy="5143500"/>
          </a:xfrm>
          <a:prstGeom prst="rect">
            <a:avLst/>
          </a:prstGeom>
          <a:solidFill>
            <a:srgbClr val="E9E6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88" name="Google Shape;388;p89"/>
          <p:cNvGrpSpPr/>
          <p:nvPr/>
        </p:nvGrpSpPr>
        <p:grpSpPr>
          <a:xfrm>
            <a:off x="331191" y="4746706"/>
            <a:ext cx="804755" cy="207184"/>
            <a:chOff x="4767702" y="-472136"/>
            <a:chExt cx="745525" cy="191931"/>
          </a:xfrm>
        </p:grpSpPr>
        <p:sp>
          <p:nvSpPr>
            <p:cNvPr id="389" name="Google Shape;389;p89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0" name="Google Shape;390;p89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1" name="Google Shape;391;p89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392" name="Google Shape;392;p89"/>
          <p:cNvSpPr txBox="1"/>
          <p:nvPr>
            <p:ph type="title"/>
          </p:nvPr>
        </p:nvSpPr>
        <p:spPr>
          <a:xfrm>
            <a:off x="331200" y="288000"/>
            <a:ext cx="2126222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89"/>
          <p:cNvSpPr txBox="1"/>
          <p:nvPr>
            <p:ph idx="1" type="body"/>
          </p:nvPr>
        </p:nvSpPr>
        <p:spPr>
          <a:xfrm>
            <a:off x="333729" y="1071318"/>
            <a:ext cx="211805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4" name="Google Shape;394;p89"/>
          <p:cNvSpPr txBox="1"/>
          <p:nvPr>
            <p:ph idx="2" type="body"/>
          </p:nvPr>
        </p:nvSpPr>
        <p:spPr>
          <a:xfrm>
            <a:off x="331526" y="1340691"/>
            <a:ext cx="2120260" cy="33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5" name="Google Shape;395;p89"/>
          <p:cNvSpPr txBox="1"/>
          <p:nvPr>
            <p:ph idx="3" type="body"/>
          </p:nvPr>
        </p:nvSpPr>
        <p:spPr>
          <a:xfrm>
            <a:off x="3264208" y="739124"/>
            <a:ext cx="5546062" cy="21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6" name="Google Shape;396;p89"/>
          <p:cNvSpPr txBox="1"/>
          <p:nvPr>
            <p:ph idx="4" type="body"/>
          </p:nvPr>
        </p:nvSpPr>
        <p:spPr>
          <a:xfrm>
            <a:off x="3262749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7" name="Google Shape;397;p89"/>
          <p:cNvSpPr txBox="1"/>
          <p:nvPr>
            <p:ph idx="5" type="body"/>
          </p:nvPr>
        </p:nvSpPr>
        <p:spPr>
          <a:xfrm>
            <a:off x="3262749" y="2211873"/>
            <a:ext cx="1268510" cy="49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89"/>
          <p:cNvSpPr txBox="1"/>
          <p:nvPr>
            <p:ph idx="6" type="body"/>
          </p:nvPr>
        </p:nvSpPr>
        <p:spPr>
          <a:xfrm>
            <a:off x="3262749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9" name="Google Shape;399;p89"/>
          <p:cNvSpPr txBox="1"/>
          <p:nvPr>
            <p:ph idx="7" type="body"/>
          </p:nvPr>
        </p:nvSpPr>
        <p:spPr>
          <a:xfrm>
            <a:off x="4688351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0" name="Google Shape;400;p89"/>
          <p:cNvSpPr txBox="1"/>
          <p:nvPr>
            <p:ph idx="8" type="body"/>
          </p:nvPr>
        </p:nvSpPr>
        <p:spPr>
          <a:xfrm>
            <a:off x="4688936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1" name="Google Shape;401;p89"/>
          <p:cNvSpPr txBox="1"/>
          <p:nvPr>
            <p:ph idx="9" type="body"/>
          </p:nvPr>
        </p:nvSpPr>
        <p:spPr>
          <a:xfrm>
            <a:off x="4688936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2" name="Google Shape;402;p89"/>
          <p:cNvSpPr txBox="1"/>
          <p:nvPr>
            <p:ph idx="13" type="body"/>
          </p:nvPr>
        </p:nvSpPr>
        <p:spPr>
          <a:xfrm>
            <a:off x="6113953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3" name="Google Shape;403;p89"/>
          <p:cNvSpPr txBox="1"/>
          <p:nvPr>
            <p:ph idx="14" type="body"/>
          </p:nvPr>
        </p:nvSpPr>
        <p:spPr>
          <a:xfrm>
            <a:off x="6113953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4" name="Google Shape;404;p89"/>
          <p:cNvSpPr txBox="1"/>
          <p:nvPr>
            <p:ph idx="15" type="body"/>
          </p:nvPr>
        </p:nvSpPr>
        <p:spPr>
          <a:xfrm>
            <a:off x="6113953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5" name="Google Shape;405;p89"/>
          <p:cNvSpPr txBox="1"/>
          <p:nvPr>
            <p:ph idx="16" type="body"/>
          </p:nvPr>
        </p:nvSpPr>
        <p:spPr>
          <a:xfrm>
            <a:off x="7539556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6" name="Google Shape;406;p89"/>
          <p:cNvSpPr txBox="1"/>
          <p:nvPr>
            <p:ph idx="17" type="body"/>
          </p:nvPr>
        </p:nvSpPr>
        <p:spPr>
          <a:xfrm>
            <a:off x="7541760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7" name="Google Shape;407;p89"/>
          <p:cNvSpPr txBox="1"/>
          <p:nvPr>
            <p:ph idx="18" type="body"/>
          </p:nvPr>
        </p:nvSpPr>
        <p:spPr>
          <a:xfrm>
            <a:off x="7541760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89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89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89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, Content and Numbers (Alternative)">
  <p:cSld name="1_Title, Content and Numbers (Alternative)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0"/>
          <p:cNvSpPr/>
          <p:nvPr/>
        </p:nvSpPr>
        <p:spPr>
          <a:xfrm>
            <a:off x="0" y="0"/>
            <a:ext cx="2797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13" name="Google Shape;413;p90"/>
          <p:cNvGrpSpPr/>
          <p:nvPr/>
        </p:nvGrpSpPr>
        <p:grpSpPr>
          <a:xfrm>
            <a:off x="331191" y="4746706"/>
            <a:ext cx="804755" cy="207184"/>
            <a:chOff x="4767702" y="-472136"/>
            <a:chExt cx="745525" cy="191931"/>
          </a:xfrm>
        </p:grpSpPr>
        <p:sp>
          <p:nvSpPr>
            <p:cNvPr id="414" name="Google Shape;414;p90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5" name="Google Shape;415;p90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6" name="Google Shape;416;p90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417" name="Google Shape;417;p90"/>
          <p:cNvSpPr txBox="1"/>
          <p:nvPr>
            <p:ph type="title"/>
          </p:nvPr>
        </p:nvSpPr>
        <p:spPr>
          <a:xfrm>
            <a:off x="331200" y="288000"/>
            <a:ext cx="2118055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90"/>
          <p:cNvSpPr txBox="1"/>
          <p:nvPr>
            <p:ph idx="1" type="body"/>
          </p:nvPr>
        </p:nvSpPr>
        <p:spPr>
          <a:xfrm>
            <a:off x="333730" y="1071318"/>
            <a:ext cx="21168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9" name="Google Shape;419;p90"/>
          <p:cNvSpPr txBox="1"/>
          <p:nvPr>
            <p:ph idx="2" type="body"/>
          </p:nvPr>
        </p:nvSpPr>
        <p:spPr>
          <a:xfrm>
            <a:off x="331526" y="1340691"/>
            <a:ext cx="2120260" cy="33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p90"/>
          <p:cNvSpPr txBox="1"/>
          <p:nvPr>
            <p:ph idx="3" type="body"/>
          </p:nvPr>
        </p:nvSpPr>
        <p:spPr>
          <a:xfrm>
            <a:off x="3264208" y="739124"/>
            <a:ext cx="5546062" cy="21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1" name="Google Shape;421;p90"/>
          <p:cNvSpPr txBox="1"/>
          <p:nvPr>
            <p:ph idx="4" type="body"/>
          </p:nvPr>
        </p:nvSpPr>
        <p:spPr>
          <a:xfrm>
            <a:off x="3262749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2" name="Google Shape;422;p90"/>
          <p:cNvSpPr txBox="1"/>
          <p:nvPr>
            <p:ph idx="5" type="body"/>
          </p:nvPr>
        </p:nvSpPr>
        <p:spPr>
          <a:xfrm>
            <a:off x="3262749" y="2211873"/>
            <a:ext cx="1268510" cy="49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3" name="Google Shape;423;p90"/>
          <p:cNvSpPr txBox="1"/>
          <p:nvPr>
            <p:ph idx="6" type="body"/>
          </p:nvPr>
        </p:nvSpPr>
        <p:spPr>
          <a:xfrm>
            <a:off x="3262749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4" name="Google Shape;424;p90"/>
          <p:cNvSpPr txBox="1"/>
          <p:nvPr>
            <p:ph idx="7" type="body"/>
          </p:nvPr>
        </p:nvSpPr>
        <p:spPr>
          <a:xfrm>
            <a:off x="4688351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90"/>
          <p:cNvSpPr txBox="1"/>
          <p:nvPr>
            <p:ph idx="8" type="body"/>
          </p:nvPr>
        </p:nvSpPr>
        <p:spPr>
          <a:xfrm>
            <a:off x="4688936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90"/>
          <p:cNvSpPr txBox="1"/>
          <p:nvPr>
            <p:ph idx="9" type="body"/>
          </p:nvPr>
        </p:nvSpPr>
        <p:spPr>
          <a:xfrm>
            <a:off x="4688936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90"/>
          <p:cNvSpPr txBox="1"/>
          <p:nvPr>
            <p:ph idx="13" type="body"/>
          </p:nvPr>
        </p:nvSpPr>
        <p:spPr>
          <a:xfrm>
            <a:off x="6113953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8" name="Google Shape;428;p90"/>
          <p:cNvSpPr txBox="1"/>
          <p:nvPr>
            <p:ph idx="14" type="body"/>
          </p:nvPr>
        </p:nvSpPr>
        <p:spPr>
          <a:xfrm>
            <a:off x="6113953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9" name="Google Shape;429;p90"/>
          <p:cNvSpPr txBox="1"/>
          <p:nvPr>
            <p:ph idx="15" type="body"/>
          </p:nvPr>
        </p:nvSpPr>
        <p:spPr>
          <a:xfrm>
            <a:off x="6113953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0" name="Google Shape;430;p90"/>
          <p:cNvSpPr txBox="1"/>
          <p:nvPr>
            <p:ph idx="16" type="body"/>
          </p:nvPr>
        </p:nvSpPr>
        <p:spPr>
          <a:xfrm>
            <a:off x="7539556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1" name="Google Shape;431;p90"/>
          <p:cNvSpPr txBox="1"/>
          <p:nvPr>
            <p:ph idx="17" type="body"/>
          </p:nvPr>
        </p:nvSpPr>
        <p:spPr>
          <a:xfrm>
            <a:off x="7541760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2" name="Google Shape;432;p90"/>
          <p:cNvSpPr txBox="1"/>
          <p:nvPr>
            <p:ph idx="18" type="body"/>
          </p:nvPr>
        </p:nvSpPr>
        <p:spPr>
          <a:xfrm>
            <a:off x="7541760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3" name="Google Shape;433;p90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90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90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isual &amp; Columns">
  <p:cSld name="1_Visual &amp; Columns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91"/>
          <p:cNvSpPr txBox="1"/>
          <p:nvPr>
            <p:ph type="title"/>
          </p:nvPr>
        </p:nvSpPr>
        <p:spPr>
          <a:xfrm>
            <a:off x="4062730" y="288000"/>
            <a:ext cx="475367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91"/>
          <p:cNvSpPr txBox="1"/>
          <p:nvPr>
            <p:ph idx="1" type="body"/>
          </p:nvPr>
        </p:nvSpPr>
        <p:spPr>
          <a:xfrm>
            <a:off x="4062730" y="1069097"/>
            <a:ext cx="47489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9" name="Google Shape;439;p91"/>
          <p:cNvSpPr/>
          <p:nvPr>
            <p:ph idx="2" type="pic"/>
          </p:nvPr>
        </p:nvSpPr>
        <p:spPr>
          <a:xfrm>
            <a:off x="333731" y="794835"/>
            <a:ext cx="3096000" cy="3074054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91"/>
          <p:cNvSpPr/>
          <p:nvPr>
            <p:ph idx="3" type="pic"/>
          </p:nvPr>
        </p:nvSpPr>
        <p:spPr>
          <a:xfrm>
            <a:off x="4064737" y="1583483"/>
            <a:ext cx="688883" cy="6840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91"/>
          <p:cNvSpPr txBox="1"/>
          <p:nvPr>
            <p:ph idx="4" type="body"/>
          </p:nvPr>
        </p:nvSpPr>
        <p:spPr>
          <a:xfrm>
            <a:off x="4066688" y="2597203"/>
            <a:ext cx="1042988" cy="177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sz="1400"/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2" name="Google Shape;442;p91"/>
          <p:cNvSpPr/>
          <p:nvPr>
            <p:ph idx="5" type="pic"/>
          </p:nvPr>
        </p:nvSpPr>
        <p:spPr>
          <a:xfrm>
            <a:off x="5293680" y="1583483"/>
            <a:ext cx="688883" cy="6840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91"/>
          <p:cNvSpPr txBox="1"/>
          <p:nvPr>
            <p:ph idx="6" type="body"/>
          </p:nvPr>
        </p:nvSpPr>
        <p:spPr>
          <a:xfrm>
            <a:off x="5303362" y="2597203"/>
            <a:ext cx="1042988" cy="177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sz="1400"/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4" name="Google Shape;444;p91"/>
          <p:cNvSpPr/>
          <p:nvPr>
            <p:ph idx="7" type="pic"/>
          </p:nvPr>
        </p:nvSpPr>
        <p:spPr>
          <a:xfrm>
            <a:off x="6538280" y="1583483"/>
            <a:ext cx="688883" cy="6840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91"/>
          <p:cNvSpPr txBox="1"/>
          <p:nvPr>
            <p:ph idx="8" type="body"/>
          </p:nvPr>
        </p:nvSpPr>
        <p:spPr>
          <a:xfrm>
            <a:off x="6530643" y="2597203"/>
            <a:ext cx="1042988" cy="177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sz="1400"/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6" name="Google Shape;446;p91"/>
          <p:cNvSpPr/>
          <p:nvPr>
            <p:ph idx="9" type="pic"/>
          </p:nvPr>
        </p:nvSpPr>
        <p:spPr>
          <a:xfrm>
            <a:off x="7767223" y="1583483"/>
            <a:ext cx="688883" cy="6840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91"/>
          <p:cNvSpPr txBox="1"/>
          <p:nvPr>
            <p:ph idx="13" type="body"/>
          </p:nvPr>
        </p:nvSpPr>
        <p:spPr>
          <a:xfrm>
            <a:off x="7767316" y="2597203"/>
            <a:ext cx="1042988" cy="177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sz="1400"/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8" name="Google Shape;448;p91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91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91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 right">
  <p:cSld name="Content on right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2"/>
          <p:cNvSpPr/>
          <p:nvPr/>
        </p:nvSpPr>
        <p:spPr>
          <a:xfrm>
            <a:off x="0" y="0"/>
            <a:ext cx="2797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53" name="Google Shape;453;p92"/>
          <p:cNvGrpSpPr/>
          <p:nvPr/>
        </p:nvGrpSpPr>
        <p:grpSpPr>
          <a:xfrm>
            <a:off x="331191" y="4746706"/>
            <a:ext cx="804755" cy="207184"/>
            <a:chOff x="4767702" y="-472136"/>
            <a:chExt cx="745525" cy="191931"/>
          </a:xfrm>
        </p:grpSpPr>
        <p:sp>
          <p:nvSpPr>
            <p:cNvPr id="454" name="Google Shape;454;p92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5" name="Google Shape;455;p92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6" name="Google Shape;456;p92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457" name="Google Shape;457;p92"/>
          <p:cNvSpPr txBox="1"/>
          <p:nvPr>
            <p:ph type="title"/>
          </p:nvPr>
        </p:nvSpPr>
        <p:spPr>
          <a:xfrm>
            <a:off x="331200" y="288000"/>
            <a:ext cx="2118055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92"/>
          <p:cNvSpPr txBox="1"/>
          <p:nvPr>
            <p:ph idx="1" type="body"/>
          </p:nvPr>
        </p:nvSpPr>
        <p:spPr>
          <a:xfrm>
            <a:off x="333730" y="1071318"/>
            <a:ext cx="21168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9" name="Google Shape;459;p92"/>
          <p:cNvSpPr txBox="1"/>
          <p:nvPr>
            <p:ph idx="2" type="body"/>
          </p:nvPr>
        </p:nvSpPr>
        <p:spPr>
          <a:xfrm>
            <a:off x="331526" y="1340691"/>
            <a:ext cx="2120260" cy="33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0" name="Google Shape;460;p92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92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92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ubjects">
  <p:cSld name="Three Subjects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93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93"/>
          <p:cNvSpPr txBox="1"/>
          <p:nvPr>
            <p:ph idx="1" type="body"/>
          </p:nvPr>
        </p:nvSpPr>
        <p:spPr>
          <a:xfrm>
            <a:off x="333730" y="1069097"/>
            <a:ext cx="847799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6" name="Google Shape;466;p93"/>
          <p:cNvSpPr/>
          <p:nvPr>
            <p:ph idx="2" type="pic"/>
          </p:nvPr>
        </p:nvSpPr>
        <p:spPr>
          <a:xfrm>
            <a:off x="1414371" y="1690480"/>
            <a:ext cx="1360579" cy="1350936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93"/>
          <p:cNvSpPr txBox="1"/>
          <p:nvPr>
            <p:ph idx="3" type="body"/>
          </p:nvPr>
        </p:nvSpPr>
        <p:spPr>
          <a:xfrm>
            <a:off x="1082841" y="3327027"/>
            <a:ext cx="2023637" cy="77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0" i="1" sz="16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8" name="Google Shape;468;p93"/>
          <p:cNvSpPr/>
          <p:nvPr>
            <p:ph idx="4" type="pic"/>
          </p:nvPr>
        </p:nvSpPr>
        <p:spPr>
          <a:xfrm>
            <a:off x="3932146" y="1690480"/>
            <a:ext cx="1360579" cy="1350936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93"/>
          <p:cNvSpPr txBox="1"/>
          <p:nvPr>
            <p:ph idx="5" type="body"/>
          </p:nvPr>
        </p:nvSpPr>
        <p:spPr>
          <a:xfrm>
            <a:off x="3607273" y="3327027"/>
            <a:ext cx="2023637" cy="77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0" i="1" sz="16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0" name="Google Shape;470;p93"/>
          <p:cNvSpPr/>
          <p:nvPr>
            <p:ph idx="6" type="pic"/>
          </p:nvPr>
        </p:nvSpPr>
        <p:spPr>
          <a:xfrm>
            <a:off x="6456746" y="1690480"/>
            <a:ext cx="1360579" cy="1350936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93"/>
          <p:cNvSpPr txBox="1"/>
          <p:nvPr>
            <p:ph idx="7" type="body"/>
          </p:nvPr>
        </p:nvSpPr>
        <p:spPr>
          <a:xfrm>
            <a:off x="6131706" y="3327027"/>
            <a:ext cx="2023637" cy="77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0" i="1" sz="16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2" name="Google Shape;472;p93"/>
          <p:cNvSpPr txBox="1"/>
          <p:nvPr>
            <p:ph idx="8" type="body"/>
          </p:nvPr>
        </p:nvSpPr>
        <p:spPr>
          <a:xfrm>
            <a:off x="665340" y="4556155"/>
            <a:ext cx="7813319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1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3" name="Google Shape;473;p93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93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93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.Body_Text&amp;Visual_2columns">
  <p:cSld name="06.Body_Text&amp;Visual_2column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94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94"/>
          <p:cNvSpPr txBox="1"/>
          <p:nvPr>
            <p:ph idx="1" type="body"/>
          </p:nvPr>
        </p:nvSpPr>
        <p:spPr>
          <a:xfrm>
            <a:off x="333730" y="1069097"/>
            <a:ext cx="847799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9" name="Google Shape;479;p94"/>
          <p:cNvSpPr txBox="1"/>
          <p:nvPr>
            <p:ph idx="2" type="body"/>
          </p:nvPr>
        </p:nvSpPr>
        <p:spPr>
          <a:xfrm>
            <a:off x="338492" y="1321524"/>
            <a:ext cx="4040381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0" name="Google Shape;480;p94"/>
          <p:cNvSpPr/>
          <p:nvPr>
            <p:ph idx="3" type="pic"/>
          </p:nvPr>
        </p:nvSpPr>
        <p:spPr>
          <a:xfrm>
            <a:off x="333730" y="1592687"/>
            <a:ext cx="1755419" cy="3086579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94"/>
          <p:cNvSpPr txBox="1"/>
          <p:nvPr>
            <p:ph idx="4" type="body"/>
          </p:nvPr>
        </p:nvSpPr>
        <p:spPr>
          <a:xfrm>
            <a:off x="2292107" y="1592687"/>
            <a:ext cx="2086767" cy="3086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8610" lvl="1" marL="9144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2" name="Google Shape;482;p94"/>
          <p:cNvSpPr txBox="1"/>
          <p:nvPr>
            <p:ph idx="5" type="body"/>
          </p:nvPr>
        </p:nvSpPr>
        <p:spPr>
          <a:xfrm>
            <a:off x="4571999" y="1321524"/>
            <a:ext cx="4240477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3" name="Google Shape;483;p94"/>
          <p:cNvSpPr/>
          <p:nvPr>
            <p:ph idx="6" type="pic"/>
          </p:nvPr>
        </p:nvSpPr>
        <p:spPr>
          <a:xfrm>
            <a:off x="4572000" y="1592687"/>
            <a:ext cx="1755419" cy="3086579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94"/>
          <p:cNvSpPr txBox="1"/>
          <p:nvPr>
            <p:ph idx="7" type="body"/>
          </p:nvPr>
        </p:nvSpPr>
        <p:spPr>
          <a:xfrm>
            <a:off x="6539641" y="1592687"/>
            <a:ext cx="2270629" cy="3086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8610" lvl="1" marL="9144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Verdana"/>
              <a:buChar char="•"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Verdana"/>
              <a:buChar char="•"/>
              <a:defRPr b="0" i="0" sz="1400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5" name="Google Shape;485;p94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94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94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.Series_Pictograms">
  <p:cSld name="09.Series_Pictograms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5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95"/>
          <p:cNvSpPr txBox="1"/>
          <p:nvPr>
            <p:ph idx="1" type="body"/>
          </p:nvPr>
        </p:nvSpPr>
        <p:spPr>
          <a:xfrm>
            <a:off x="333730" y="1069097"/>
            <a:ext cx="847799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1" name="Google Shape;491;p95"/>
          <p:cNvSpPr txBox="1"/>
          <p:nvPr>
            <p:ph idx="2" type="body"/>
          </p:nvPr>
        </p:nvSpPr>
        <p:spPr>
          <a:xfrm>
            <a:off x="331526" y="1340691"/>
            <a:ext cx="2120260" cy="33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2" name="Google Shape;492;p95"/>
          <p:cNvSpPr/>
          <p:nvPr>
            <p:ph idx="3" type="pic"/>
          </p:nvPr>
        </p:nvSpPr>
        <p:spPr>
          <a:xfrm>
            <a:off x="4138726" y="1623670"/>
            <a:ext cx="529352" cy="5256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95"/>
          <p:cNvSpPr txBox="1"/>
          <p:nvPr>
            <p:ph idx="4" type="body"/>
          </p:nvPr>
        </p:nvSpPr>
        <p:spPr>
          <a:xfrm>
            <a:off x="3414168" y="2272517"/>
            <a:ext cx="1980000" cy="55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95"/>
          <p:cNvSpPr/>
          <p:nvPr>
            <p:ph idx="5" type="pic"/>
          </p:nvPr>
        </p:nvSpPr>
        <p:spPr>
          <a:xfrm>
            <a:off x="6922811" y="1623670"/>
            <a:ext cx="529352" cy="5256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95"/>
          <p:cNvSpPr txBox="1"/>
          <p:nvPr>
            <p:ph idx="6" type="body"/>
          </p:nvPr>
        </p:nvSpPr>
        <p:spPr>
          <a:xfrm>
            <a:off x="6201942" y="2272517"/>
            <a:ext cx="1980000" cy="55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95"/>
          <p:cNvSpPr/>
          <p:nvPr>
            <p:ph idx="7" type="pic"/>
          </p:nvPr>
        </p:nvSpPr>
        <p:spPr>
          <a:xfrm>
            <a:off x="4138726" y="3209891"/>
            <a:ext cx="529352" cy="5256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95"/>
          <p:cNvSpPr txBox="1"/>
          <p:nvPr>
            <p:ph idx="8" type="body"/>
          </p:nvPr>
        </p:nvSpPr>
        <p:spPr>
          <a:xfrm>
            <a:off x="3414168" y="3860427"/>
            <a:ext cx="1980000" cy="55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8" name="Google Shape;498;p95"/>
          <p:cNvSpPr/>
          <p:nvPr>
            <p:ph idx="9" type="pic"/>
          </p:nvPr>
        </p:nvSpPr>
        <p:spPr>
          <a:xfrm>
            <a:off x="6922811" y="3209891"/>
            <a:ext cx="529352" cy="5256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95"/>
          <p:cNvSpPr txBox="1"/>
          <p:nvPr>
            <p:ph idx="13" type="body"/>
          </p:nvPr>
        </p:nvSpPr>
        <p:spPr>
          <a:xfrm>
            <a:off x="6201942" y="3860427"/>
            <a:ext cx="1980000" cy="551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b="0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0" name="Google Shape;500;p95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95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95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6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96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96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96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.ColumnTitle+3columns_NoVisual_Color3">
  <p:cSld name="07.ColumnTitle+3columns_NoVisual_Color3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7"/>
          <p:cNvSpPr/>
          <p:nvPr/>
        </p:nvSpPr>
        <p:spPr>
          <a:xfrm>
            <a:off x="0" y="0"/>
            <a:ext cx="2797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0" name="Google Shape;510;p97"/>
          <p:cNvSpPr txBox="1"/>
          <p:nvPr>
            <p:ph type="title"/>
          </p:nvPr>
        </p:nvSpPr>
        <p:spPr>
          <a:xfrm>
            <a:off x="331200" y="288000"/>
            <a:ext cx="2118055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97"/>
          <p:cNvSpPr txBox="1"/>
          <p:nvPr>
            <p:ph idx="1" type="body"/>
          </p:nvPr>
        </p:nvSpPr>
        <p:spPr>
          <a:xfrm>
            <a:off x="333730" y="1071318"/>
            <a:ext cx="21168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2" name="Google Shape;512;p97"/>
          <p:cNvSpPr txBox="1"/>
          <p:nvPr>
            <p:ph idx="2" type="body"/>
          </p:nvPr>
        </p:nvSpPr>
        <p:spPr>
          <a:xfrm>
            <a:off x="331526" y="1340691"/>
            <a:ext cx="2120260" cy="33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•"/>
              <a:defRPr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3" name="Google Shape;513;p97"/>
          <p:cNvSpPr txBox="1"/>
          <p:nvPr>
            <p:ph idx="3" type="body"/>
          </p:nvPr>
        </p:nvSpPr>
        <p:spPr>
          <a:xfrm>
            <a:off x="3392183" y="1341138"/>
            <a:ext cx="1381124" cy="585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21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 sz="1300" cap="none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 cap="none">
                <a:latin typeface="Sen"/>
                <a:ea typeface="Sen"/>
                <a:cs typeface="Sen"/>
                <a:sym typeface="Sen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4" name="Google Shape;514;p97"/>
          <p:cNvSpPr/>
          <p:nvPr>
            <p:ph idx="4" type="dgm"/>
          </p:nvPr>
        </p:nvSpPr>
        <p:spPr>
          <a:xfrm rot="5400000">
            <a:off x="4045452" y="1273523"/>
            <a:ext cx="74583" cy="1381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15" name="Google Shape;515;p97"/>
          <p:cNvSpPr txBox="1"/>
          <p:nvPr>
            <p:ph idx="5" type="body"/>
          </p:nvPr>
        </p:nvSpPr>
        <p:spPr>
          <a:xfrm>
            <a:off x="3392182" y="2001376"/>
            <a:ext cx="1381123" cy="804861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17500" lvl="1" marL="91440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b="1" sz="1400">
                <a:solidFill>
                  <a:schemeClr val="dk1"/>
                </a:solidFill>
              </a:defRPr>
            </a:lvl2pPr>
            <a:lvl3pPr indent="-276225" lvl="2" marL="1371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750"/>
              <a:buChar char="•"/>
              <a:defRPr b="1" sz="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6225" lvl="3" marL="18288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750"/>
              <a:buChar char="•"/>
              <a:defRPr sz="750"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00000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6" name="Google Shape;516;p97"/>
          <p:cNvSpPr/>
          <p:nvPr>
            <p:ph idx="6" type="dgm"/>
          </p:nvPr>
        </p:nvSpPr>
        <p:spPr>
          <a:xfrm rot="5400000">
            <a:off x="4012075" y="2934052"/>
            <a:ext cx="141336" cy="271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17" name="Google Shape;517;p97"/>
          <p:cNvSpPr txBox="1"/>
          <p:nvPr>
            <p:ph idx="7" type="body"/>
          </p:nvPr>
        </p:nvSpPr>
        <p:spPr>
          <a:xfrm>
            <a:off x="3392182" y="3333333"/>
            <a:ext cx="1381123" cy="80486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50"/>
              <a:buNone/>
              <a:defRPr b="0" i="0" sz="12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 sz="1300" cap="none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 cap="none">
                <a:latin typeface="Sen"/>
                <a:ea typeface="Sen"/>
                <a:cs typeface="Sen"/>
                <a:sym typeface="Sen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8" name="Google Shape;518;p97"/>
          <p:cNvSpPr txBox="1"/>
          <p:nvPr>
            <p:ph idx="8" type="body"/>
          </p:nvPr>
        </p:nvSpPr>
        <p:spPr>
          <a:xfrm>
            <a:off x="5262247" y="1341138"/>
            <a:ext cx="1381124" cy="585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21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 sz="1300" cap="none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 cap="none">
                <a:latin typeface="Sen"/>
                <a:ea typeface="Sen"/>
                <a:cs typeface="Sen"/>
                <a:sym typeface="Sen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9" name="Google Shape;519;p97"/>
          <p:cNvSpPr/>
          <p:nvPr>
            <p:ph idx="9" type="dgm"/>
          </p:nvPr>
        </p:nvSpPr>
        <p:spPr>
          <a:xfrm rot="5400000">
            <a:off x="5915516" y="1273523"/>
            <a:ext cx="74583" cy="1381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20" name="Google Shape;520;p97"/>
          <p:cNvSpPr txBox="1"/>
          <p:nvPr>
            <p:ph idx="13" type="body"/>
          </p:nvPr>
        </p:nvSpPr>
        <p:spPr>
          <a:xfrm>
            <a:off x="5262246" y="2001376"/>
            <a:ext cx="1381123" cy="804861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b="1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6225" lvl="2" marL="1371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750"/>
              <a:buChar char="•"/>
              <a:defRPr b="1" sz="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6225" lvl="3" marL="18288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750"/>
              <a:buChar char="•"/>
              <a:defRPr sz="750"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00000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1" name="Google Shape;521;p97"/>
          <p:cNvSpPr/>
          <p:nvPr>
            <p:ph idx="14" type="dgm"/>
          </p:nvPr>
        </p:nvSpPr>
        <p:spPr>
          <a:xfrm rot="5400000">
            <a:off x="5882139" y="2934052"/>
            <a:ext cx="141336" cy="271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22" name="Google Shape;522;p97"/>
          <p:cNvSpPr txBox="1"/>
          <p:nvPr>
            <p:ph idx="15" type="body"/>
          </p:nvPr>
        </p:nvSpPr>
        <p:spPr>
          <a:xfrm>
            <a:off x="5262246" y="3333333"/>
            <a:ext cx="1381123" cy="80486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50"/>
              <a:buNone/>
              <a:defRPr b="0" i="0" sz="12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 sz="1300" cap="none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 cap="none">
                <a:latin typeface="Sen"/>
                <a:ea typeface="Sen"/>
                <a:cs typeface="Sen"/>
                <a:sym typeface="Sen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3" name="Google Shape;523;p97"/>
          <p:cNvSpPr txBox="1"/>
          <p:nvPr>
            <p:ph idx="16" type="body"/>
          </p:nvPr>
        </p:nvSpPr>
        <p:spPr>
          <a:xfrm>
            <a:off x="7132318" y="1341138"/>
            <a:ext cx="1381124" cy="585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21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 sz="1300" cap="none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 cap="none">
                <a:latin typeface="Sen"/>
                <a:ea typeface="Sen"/>
                <a:cs typeface="Sen"/>
                <a:sym typeface="Sen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4" name="Google Shape;524;p97"/>
          <p:cNvSpPr/>
          <p:nvPr>
            <p:ph idx="17" type="dgm"/>
          </p:nvPr>
        </p:nvSpPr>
        <p:spPr>
          <a:xfrm rot="5400000">
            <a:off x="7785587" y="1273523"/>
            <a:ext cx="74583" cy="1381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25" name="Google Shape;525;p97"/>
          <p:cNvSpPr txBox="1"/>
          <p:nvPr>
            <p:ph idx="18" type="body"/>
          </p:nvPr>
        </p:nvSpPr>
        <p:spPr>
          <a:xfrm>
            <a:off x="7132317" y="2001376"/>
            <a:ext cx="1381123" cy="804861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b="1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76225" lvl="2" marL="1371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750"/>
              <a:buChar char="•"/>
              <a:defRPr b="1" sz="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76225" lvl="3" marL="18288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750"/>
              <a:buChar char="•"/>
              <a:defRPr sz="750"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00000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6" name="Google Shape;526;p97"/>
          <p:cNvSpPr/>
          <p:nvPr>
            <p:ph idx="19" type="dgm"/>
          </p:nvPr>
        </p:nvSpPr>
        <p:spPr>
          <a:xfrm rot="5400000">
            <a:off x="7752210" y="2934052"/>
            <a:ext cx="141336" cy="271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27" name="Google Shape;527;p97"/>
          <p:cNvSpPr txBox="1"/>
          <p:nvPr>
            <p:ph idx="20" type="body"/>
          </p:nvPr>
        </p:nvSpPr>
        <p:spPr>
          <a:xfrm>
            <a:off x="7132317" y="3333333"/>
            <a:ext cx="1381123" cy="80486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50"/>
              <a:buNone/>
              <a:defRPr b="0" i="0" sz="12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 sz="1300" cap="none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 cap="none">
                <a:latin typeface="Sen"/>
                <a:ea typeface="Sen"/>
                <a:cs typeface="Sen"/>
                <a:sym typeface="Sen"/>
              </a:defRPr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28" name="Google Shape;528;p97"/>
          <p:cNvGrpSpPr/>
          <p:nvPr/>
        </p:nvGrpSpPr>
        <p:grpSpPr>
          <a:xfrm>
            <a:off x="331191" y="4746706"/>
            <a:ext cx="804755" cy="207184"/>
            <a:chOff x="4767702" y="-472136"/>
            <a:chExt cx="745525" cy="191931"/>
          </a:xfrm>
        </p:grpSpPr>
        <p:sp>
          <p:nvSpPr>
            <p:cNvPr id="529" name="Google Shape;529;p97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30" name="Google Shape;530;p97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31" name="Google Shape;531;p97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532" name="Google Shape;532;p97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97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97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Chart">
  <p:cSld name="Title and Content with Chart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8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98"/>
          <p:cNvSpPr txBox="1"/>
          <p:nvPr>
            <p:ph idx="1" type="body"/>
          </p:nvPr>
        </p:nvSpPr>
        <p:spPr>
          <a:xfrm>
            <a:off x="333730" y="1069097"/>
            <a:ext cx="847799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8" name="Google Shape;538;p98"/>
          <p:cNvSpPr txBox="1"/>
          <p:nvPr>
            <p:ph idx="2" type="body"/>
          </p:nvPr>
        </p:nvSpPr>
        <p:spPr>
          <a:xfrm>
            <a:off x="331526" y="1340691"/>
            <a:ext cx="2120260" cy="33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9" name="Google Shape;539;p98"/>
          <p:cNvSpPr/>
          <p:nvPr>
            <p:ph idx="3" type="chart"/>
          </p:nvPr>
        </p:nvSpPr>
        <p:spPr>
          <a:xfrm>
            <a:off x="2813050" y="1339889"/>
            <a:ext cx="5991225" cy="2990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40" name="Google Shape;540;p98"/>
          <p:cNvSpPr txBox="1"/>
          <p:nvPr>
            <p:ph idx="4" type="body"/>
          </p:nvPr>
        </p:nvSpPr>
        <p:spPr>
          <a:xfrm>
            <a:off x="2813050" y="4443975"/>
            <a:ext cx="6007204" cy="23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1" name="Google Shape;541;p98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98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98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peline">
  <p:cSld name="Pipeline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9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" name="Google Shape;546;p99"/>
          <p:cNvSpPr txBox="1"/>
          <p:nvPr>
            <p:ph idx="1" type="body"/>
          </p:nvPr>
        </p:nvSpPr>
        <p:spPr>
          <a:xfrm>
            <a:off x="333730" y="1069097"/>
            <a:ext cx="847799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7" name="Google Shape;547;p99"/>
          <p:cNvSpPr/>
          <p:nvPr>
            <p:ph idx="2" type="pic"/>
          </p:nvPr>
        </p:nvSpPr>
        <p:spPr>
          <a:xfrm>
            <a:off x="863819" y="1521256"/>
            <a:ext cx="916903" cy="910404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99"/>
          <p:cNvSpPr txBox="1"/>
          <p:nvPr>
            <p:ph idx="3" type="body"/>
          </p:nvPr>
        </p:nvSpPr>
        <p:spPr>
          <a:xfrm>
            <a:off x="332271" y="2758613"/>
            <a:ext cx="1980000" cy="358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9" name="Google Shape;549;p99"/>
          <p:cNvSpPr/>
          <p:nvPr>
            <p:ph idx="4" type="dgm"/>
          </p:nvPr>
        </p:nvSpPr>
        <p:spPr>
          <a:xfrm>
            <a:off x="1208555" y="3220952"/>
            <a:ext cx="219579" cy="2180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50" name="Google Shape;550;p99"/>
          <p:cNvSpPr txBox="1"/>
          <p:nvPr>
            <p:ph idx="5" type="body"/>
          </p:nvPr>
        </p:nvSpPr>
        <p:spPr>
          <a:xfrm>
            <a:off x="332271" y="3542567"/>
            <a:ext cx="1980000" cy="97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1" name="Google Shape;551;p99"/>
          <p:cNvSpPr/>
          <p:nvPr>
            <p:ph idx="6" type="pic"/>
          </p:nvPr>
        </p:nvSpPr>
        <p:spPr>
          <a:xfrm>
            <a:off x="3030305" y="1521256"/>
            <a:ext cx="916903" cy="910404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99"/>
          <p:cNvSpPr txBox="1"/>
          <p:nvPr>
            <p:ph idx="7" type="body"/>
          </p:nvPr>
        </p:nvSpPr>
        <p:spPr>
          <a:xfrm>
            <a:off x="2498757" y="2758613"/>
            <a:ext cx="1980000" cy="358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3" name="Google Shape;553;p99"/>
          <p:cNvSpPr/>
          <p:nvPr>
            <p:ph idx="8" type="dgm"/>
          </p:nvPr>
        </p:nvSpPr>
        <p:spPr>
          <a:xfrm>
            <a:off x="3375041" y="3220952"/>
            <a:ext cx="219579" cy="2180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54" name="Google Shape;554;p99"/>
          <p:cNvSpPr txBox="1"/>
          <p:nvPr>
            <p:ph idx="9" type="body"/>
          </p:nvPr>
        </p:nvSpPr>
        <p:spPr>
          <a:xfrm>
            <a:off x="2498757" y="3542567"/>
            <a:ext cx="1980000" cy="97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5" name="Google Shape;555;p99"/>
          <p:cNvSpPr/>
          <p:nvPr>
            <p:ph idx="13" type="pic"/>
          </p:nvPr>
        </p:nvSpPr>
        <p:spPr>
          <a:xfrm>
            <a:off x="5196791" y="1521256"/>
            <a:ext cx="916903" cy="910404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99"/>
          <p:cNvSpPr txBox="1"/>
          <p:nvPr>
            <p:ph idx="14" type="body"/>
          </p:nvPr>
        </p:nvSpPr>
        <p:spPr>
          <a:xfrm>
            <a:off x="4665243" y="2758613"/>
            <a:ext cx="1980000" cy="358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7" name="Google Shape;557;p99"/>
          <p:cNvSpPr/>
          <p:nvPr>
            <p:ph idx="15" type="dgm"/>
          </p:nvPr>
        </p:nvSpPr>
        <p:spPr>
          <a:xfrm>
            <a:off x="5541527" y="3220952"/>
            <a:ext cx="219579" cy="2180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58" name="Google Shape;558;p99"/>
          <p:cNvSpPr txBox="1"/>
          <p:nvPr>
            <p:ph idx="16" type="body"/>
          </p:nvPr>
        </p:nvSpPr>
        <p:spPr>
          <a:xfrm>
            <a:off x="4665243" y="3542567"/>
            <a:ext cx="1980000" cy="97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9" name="Google Shape;559;p99"/>
          <p:cNvSpPr/>
          <p:nvPr>
            <p:ph idx="17" type="pic"/>
          </p:nvPr>
        </p:nvSpPr>
        <p:spPr>
          <a:xfrm>
            <a:off x="7363278" y="1521256"/>
            <a:ext cx="916903" cy="910404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99"/>
          <p:cNvSpPr txBox="1"/>
          <p:nvPr>
            <p:ph idx="18" type="body"/>
          </p:nvPr>
        </p:nvSpPr>
        <p:spPr>
          <a:xfrm>
            <a:off x="6831730" y="2758613"/>
            <a:ext cx="1980000" cy="358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0"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1" name="Google Shape;561;p99"/>
          <p:cNvSpPr/>
          <p:nvPr>
            <p:ph idx="19" type="dgm"/>
          </p:nvPr>
        </p:nvSpPr>
        <p:spPr>
          <a:xfrm>
            <a:off x="7708014" y="3220952"/>
            <a:ext cx="219579" cy="2180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62" name="Google Shape;562;p99"/>
          <p:cNvSpPr txBox="1"/>
          <p:nvPr>
            <p:ph idx="20" type="body"/>
          </p:nvPr>
        </p:nvSpPr>
        <p:spPr>
          <a:xfrm>
            <a:off x="6831730" y="3542567"/>
            <a:ext cx="1980000" cy="97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3" name="Google Shape;563;p99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99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99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00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100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100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100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bg>
      <p:bgPr>
        <a:solidFill>
          <a:schemeClr val="lt1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01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101"/>
          <p:cNvSpPr txBox="1"/>
          <p:nvPr>
            <p:ph idx="1" type="body"/>
          </p:nvPr>
        </p:nvSpPr>
        <p:spPr>
          <a:xfrm>
            <a:off x="333730" y="1069097"/>
            <a:ext cx="847799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4" name="Google Shape;574;p101"/>
          <p:cNvSpPr txBox="1"/>
          <p:nvPr>
            <p:ph idx="2" type="body"/>
          </p:nvPr>
        </p:nvSpPr>
        <p:spPr>
          <a:xfrm>
            <a:off x="278606" y="1742069"/>
            <a:ext cx="1135118" cy="11275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5" name="Google Shape;575;p101"/>
          <p:cNvSpPr txBox="1"/>
          <p:nvPr>
            <p:ph idx="3" type="body"/>
          </p:nvPr>
        </p:nvSpPr>
        <p:spPr>
          <a:xfrm>
            <a:off x="1518973" y="3243607"/>
            <a:ext cx="1135118" cy="11275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6" name="Google Shape;576;p101"/>
          <p:cNvSpPr txBox="1"/>
          <p:nvPr>
            <p:ph idx="4" type="body"/>
          </p:nvPr>
        </p:nvSpPr>
        <p:spPr>
          <a:xfrm>
            <a:off x="2762252" y="1742069"/>
            <a:ext cx="1135118" cy="11275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7" name="Google Shape;577;p101"/>
          <p:cNvSpPr txBox="1"/>
          <p:nvPr>
            <p:ph idx="5" type="body"/>
          </p:nvPr>
        </p:nvSpPr>
        <p:spPr>
          <a:xfrm>
            <a:off x="3999160" y="3243607"/>
            <a:ext cx="1135118" cy="11275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8" name="Google Shape;578;p101"/>
          <p:cNvSpPr txBox="1"/>
          <p:nvPr>
            <p:ph idx="6" type="body"/>
          </p:nvPr>
        </p:nvSpPr>
        <p:spPr>
          <a:xfrm>
            <a:off x="5245898" y="1742069"/>
            <a:ext cx="1135118" cy="11275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9" name="Google Shape;579;p101"/>
          <p:cNvSpPr txBox="1"/>
          <p:nvPr>
            <p:ph idx="7" type="body"/>
          </p:nvPr>
        </p:nvSpPr>
        <p:spPr>
          <a:xfrm>
            <a:off x="6479347" y="3243607"/>
            <a:ext cx="1135118" cy="11275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0" name="Google Shape;580;p101"/>
          <p:cNvSpPr txBox="1"/>
          <p:nvPr>
            <p:ph idx="8" type="body"/>
          </p:nvPr>
        </p:nvSpPr>
        <p:spPr>
          <a:xfrm>
            <a:off x="7729545" y="1742069"/>
            <a:ext cx="1135118" cy="11275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81" name="Google Shape;581;p101"/>
          <p:cNvCxnSpPr/>
          <p:nvPr/>
        </p:nvCxnSpPr>
        <p:spPr>
          <a:xfrm>
            <a:off x="342000" y="3038878"/>
            <a:ext cx="84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" name="Google Shape;582;p101"/>
          <p:cNvSpPr/>
          <p:nvPr>
            <p:ph idx="9" type="dgm"/>
          </p:nvPr>
        </p:nvSpPr>
        <p:spPr>
          <a:xfrm>
            <a:off x="809906" y="3002878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3" name="Google Shape;583;p101"/>
          <p:cNvSpPr/>
          <p:nvPr>
            <p:ph idx="13" type="dgm"/>
          </p:nvPr>
        </p:nvSpPr>
        <p:spPr>
          <a:xfrm>
            <a:off x="2050273" y="3002878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4" name="Google Shape;584;p101"/>
          <p:cNvSpPr/>
          <p:nvPr>
            <p:ph idx="14" type="dgm"/>
          </p:nvPr>
        </p:nvSpPr>
        <p:spPr>
          <a:xfrm>
            <a:off x="3290640" y="3002878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5" name="Google Shape;585;p101"/>
          <p:cNvSpPr/>
          <p:nvPr>
            <p:ph idx="15" type="dgm"/>
          </p:nvPr>
        </p:nvSpPr>
        <p:spPr>
          <a:xfrm>
            <a:off x="4531007" y="3002878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6" name="Google Shape;586;p101"/>
          <p:cNvSpPr/>
          <p:nvPr>
            <p:ph idx="16" type="dgm"/>
          </p:nvPr>
        </p:nvSpPr>
        <p:spPr>
          <a:xfrm>
            <a:off x="5771374" y="3002878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7" name="Google Shape;587;p101"/>
          <p:cNvSpPr/>
          <p:nvPr>
            <p:ph idx="17" type="dgm"/>
          </p:nvPr>
        </p:nvSpPr>
        <p:spPr>
          <a:xfrm>
            <a:off x="7011741" y="3002878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8" name="Google Shape;588;p101"/>
          <p:cNvSpPr/>
          <p:nvPr>
            <p:ph idx="18" type="dgm"/>
          </p:nvPr>
        </p:nvSpPr>
        <p:spPr>
          <a:xfrm>
            <a:off x="8252108" y="3002878"/>
            <a:ext cx="72515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9" name="Google Shape;589;p101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101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101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Purple">
  <p:cSld name="Empty Purple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00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4" name="Google Shape;594;p102"/>
          <p:cNvSpPr txBox="1"/>
          <p:nvPr>
            <p:ph idx="11" type="ftr"/>
          </p:nvPr>
        </p:nvSpPr>
        <p:spPr>
          <a:xfrm>
            <a:off x="1671799" y="54000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02"/>
          <p:cNvSpPr txBox="1"/>
          <p:nvPr>
            <p:ph idx="10" type="dt"/>
          </p:nvPr>
        </p:nvSpPr>
        <p:spPr>
          <a:xfrm>
            <a:off x="6548724" y="5400000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02"/>
          <p:cNvSpPr txBox="1"/>
          <p:nvPr>
            <p:ph idx="12" type="sldNum"/>
          </p:nvPr>
        </p:nvSpPr>
        <p:spPr>
          <a:xfrm>
            <a:off x="8336226" y="54000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and References">
  <p:cSld name="Title and Content">
    <p:bg>
      <p:bgPr>
        <a:solidFill>
          <a:schemeClr val="lt1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3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9" name="Google Shape;599;p103"/>
          <p:cNvSpPr txBox="1"/>
          <p:nvPr>
            <p:ph idx="1" type="body"/>
          </p:nvPr>
        </p:nvSpPr>
        <p:spPr>
          <a:xfrm>
            <a:off x="331525" y="1009125"/>
            <a:ext cx="8478000" cy="3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302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 sz="1200"/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000"/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600" name="Google Shape;600;p103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1" name="Google Shape;601;p103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p103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" name="Google Shape;603;p103"/>
          <p:cNvSpPr txBox="1"/>
          <p:nvPr>
            <p:ph idx="2" type="body"/>
          </p:nvPr>
        </p:nvSpPr>
        <p:spPr>
          <a:xfrm>
            <a:off x="338400" y="4358146"/>
            <a:ext cx="84780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2pPr>
            <a:lvl3pPr indent="-2794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94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794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Verdana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0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7" name="Google Shape;607;p104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104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104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ual &amp; Columns">
  <p:cSld name="Visual &amp; Columns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05"/>
          <p:cNvSpPr/>
          <p:nvPr>
            <p:ph idx="2" type="pic"/>
          </p:nvPr>
        </p:nvSpPr>
        <p:spPr>
          <a:xfrm>
            <a:off x="3691294" y="117541"/>
            <a:ext cx="4939529" cy="4904516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105"/>
          <p:cNvSpPr txBox="1"/>
          <p:nvPr>
            <p:ph idx="11" type="ftr"/>
          </p:nvPr>
        </p:nvSpPr>
        <p:spPr>
          <a:xfrm>
            <a:off x="1671799" y="5400000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105"/>
          <p:cNvSpPr txBox="1"/>
          <p:nvPr>
            <p:ph idx="10" type="dt"/>
          </p:nvPr>
        </p:nvSpPr>
        <p:spPr>
          <a:xfrm>
            <a:off x="6548724" y="5400000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05"/>
          <p:cNvSpPr txBox="1"/>
          <p:nvPr>
            <p:ph idx="12" type="sldNum"/>
          </p:nvPr>
        </p:nvSpPr>
        <p:spPr>
          <a:xfrm>
            <a:off x="8336226" y="5400000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ver Image (White logo)" showMasterSp="0">
  <p:cSld name="Text over Image (White logo)">
    <p:bg>
      <p:bgPr>
        <a:solidFill>
          <a:schemeClr val="accent1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7"/>
          <p:cNvSpPr/>
          <p:nvPr>
            <p:ph idx="2" type="pic"/>
          </p:nvPr>
        </p:nvSpPr>
        <p:spPr>
          <a:xfrm>
            <a:off x="1" y="0"/>
            <a:ext cx="4781135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7" name="Google Shape;617;p107"/>
          <p:cNvSpPr txBox="1"/>
          <p:nvPr>
            <p:ph idx="1" type="body"/>
          </p:nvPr>
        </p:nvSpPr>
        <p:spPr>
          <a:xfrm>
            <a:off x="5083918" y="1344695"/>
            <a:ext cx="3712306" cy="7049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None/>
              <a:defRPr b="0" i="0" sz="22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  <a:defRPr b="0" i="1" sz="3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8" name="Google Shape;618;p107"/>
          <p:cNvSpPr txBox="1"/>
          <p:nvPr>
            <p:ph idx="3" type="body"/>
          </p:nvPr>
        </p:nvSpPr>
        <p:spPr>
          <a:xfrm>
            <a:off x="5083918" y="2186523"/>
            <a:ext cx="3712306" cy="104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0" i="1" sz="36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Arial"/>
              <a:buNone/>
              <a:defRPr b="0" i="1" sz="3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175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9" name="Google Shape;619;p107"/>
          <p:cNvSpPr txBox="1"/>
          <p:nvPr>
            <p:ph idx="4" type="body"/>
          </p:nvPr>
        </p:nvSpPr>
        <p:spPr>
          <a:xfrm>
            <a:off x="5083918" y="3296919"/>
            <a:ext cx="3712306" cy="53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620" name="Google Shape;620;p107"/>
          <p:cNvGrpSpPr/>
          <p:nvPr/>
        </p:nvGrpSpPr>
        <p:grpSpPr>
          <a:xfrm>
            <a:off x="331191" y="4746706"/>
            <a:ext cx="804755" cy="207184"/>
            <a:chOff x="4767702" y="-472136"/>
            <a:chExt cx="745525" cy="191931"/>
          </a:xfrm>
        </p:grpSpPr>
        <p:sp>
          <p:nvSpPr>
            <p:cNvPr id="621" name="Google Shape;621;p107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22" name="Google Shape;622;p107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23" name="Google Shape;623;p107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624" name="Google Shape;624;p107"/>
          <p:cNvSpPr txBox="1"/>
          <p:nvPr>
            <p:ph idx="10" type="dt"/>
          </p:nvPr>
        </p:nvSpPr>
        <p:spPr>
          <a:xfrm>
            <a:off x="6135065" y="4827335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25" name="Google Shape;625;p107"/>
          <p:cNvCxnSpPr/>
          <p:nvPr/>
        </p:nvCxnSpPr>
        <p:spPr>
          <a:xfrm>
            <a:off x="-556260" y="160020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6" name="Google Shape;626;p107"/>
          <p:cNvSpPr txBox="1"/>
          <p:nvPr/>
        </p:nvSpPr>
        <p:spPr>
          <a:xfrm>
            <a:off x="-2436695" y="4563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69241" y="2507594"/>
            <a:ext cx="307086" cy="62204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07"/>
          <p:cNvSpPr txBox="1"/>
          <p:nvPr>
            <p:ph idx="12" type="sldNum"/>
          </p:nvPr>
        </p:nvSpPr>
        <p:spPr>
          <a:xfrm>
            <a:off x="8336226" y="5385122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9" name="Google Shape;629;p107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lumns of content">
  <p:cSld name="Title with two columns of content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8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108"/>
          <p:cNvSpPr txBox="1"/>
          <p:nvPr>
            <p:ph idx="1" type="body"/>
          </p:nvPr>
        </p:nvSpPr>
        <p:spPr>
          <a:xfrm>
            <a:off x="333730" y="1071318"/>
            <a:ext cx="8478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3" name="Google Shape;633;p108"/>
          <p:cNvSpPr txBox="1"/>
          <p:nvPr>
            <p:ph idx="2" type="body"/>
          </p:nvPr>
        </p:nvSpPr>
        <p:spPr>
          <a:xfrm>
            <a:off x="331788" y="134937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4" name="Google Shape;634;p108"/>
          <p:cNvSpPr txBox="1"/>
          <p:nvPr>
            <p:ph idx="3" type="body"/>
          </p:nvPr>
        </p:nvSpPr>
        <p:spPr>
          <a:xfrm>
            <a:off x="4696930" y="134895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35" name="Google Shape;635;p108"/>
          <p:cNvCxnSpPr/>
          <p:nvPr/>
        </p:nvCxnSpPr>
        <p:spPr>
          <a:xfrm>
            <a:off x="-525780" y="1455076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6" name="Google Shape;636;p108"/>
          <p:cNvSpPr txBox="1"/>
          <p:nvPr/>
        </p:nvSpPr>
        <p:spPr>
          <a:xfrm>
            <a:off x="-2406215" y="1340692"/>
            <a:ext cx="1786192" cy="2292935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Using bullets with the indent button: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the indent button to create the text levels with the appropriate bullet in miracle purple.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37" name="Google Shape;637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284295" y="2663190"/>
            <a:ext cx="640080" cy="780098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08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p108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108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s and Descriptions">
  <p:cSld name="Title, Images and Descriptions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09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109"/>
          <p:cNvSpPr txBox="1"/>
          <p:nvPr>
            <p:ph idx="1" type="body"/>
          </p:nvPr>
        </p:nvSpPr>
        <p:spPr>
          <a:xfrm>
            <a:off x="333730" y="1071318"/>
            <a:ext cx="84852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4" name="Google Shape;644;p109"/>
          <p:cNvSpPr txBox="1"/>
          <p:nvPr>
            <p:ph idx="2" type="body"/>
          </p:nvPr>
        </p:nvSpPr>
        <p:spPr>
          <a:xfrm>
            <a:off x="331200" y="1341758"/>
            <a:ext cx="4028576" cy="18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5" name="Google Shape;645;p109"/>
          <p:cNvSpPr/>
          <p:nvPr>
            <p:ph idx="3" type="pic"/>
          </p:nvPr>
        </p:nvSpPr>
        <p:spPr>
          <a:xfrm>
            <a:off x="333730" y="1589370"/>
            <a:ext cx="1755419" cy="2892689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109"/>
          <p:cNvSpPr txBox="1"/>
          <p:nvPr>
            <p:ph idx="4" type="body"/>
          </p:nvPr>
        </p:nvSpPr>
        <p:spPr>
          <a:xfrm>
            <a:off x="2301373" y="1589370"/>
            <a:ext cx="2058403" cy="2892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7" name="Google Shape;647;p109"/>
          <p:cNvSpPr txBox="1"/>
          <p:nvPr>
            <p:ph idx="5" type="body"/>
          </p:nvPr>
        </p:nvSpPr>
        <p:spPr>
          <a:xfrm>
            <a:off x="4571999" y="1341758"/>
            <a:ext cx="4021283" cy="18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8" name="Google Shape;648;p109"/>
          <p:cNvSpPr/>
          <p:nvPr>
            <p:ph idx="6" type="pic"/>
          </p:nvPr>
        </p:nvSpPr>
        <p:spPr>
          <a:xfrm>
            <a:off x="4572000" y="1589370"/>
            <a:ext cx="1755419" cy="2892689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109"/>
          <p:cNvSpPr txBox="1"/>
          <p:nvPr>
            <p:ph idx="7" type="body"/>
          </p:nvPr>
        </p:nvSpPr>
        <p:spPr>
          <a:xfrm>
            <a:off x="6539642" y="1589369"/>
            <a:ext cx="2059200" cy="2892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0" name="Google Shape;650;p109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1" name="Google Shape;651;p109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2" name="Google Shape;652;p109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53" name="Google Shape;653;p109"/>
          <p:cNvCxnSpPr/>
          <p:nvPr/>
        </p:nvCxnSpPr>
        <p:spPr>
          <a:xfrm>
            <a:off x="-571235" y="1916918"/>
            <a:ext cx="499007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4" name="Google Shape;654;p109"/>
          <p:cNvSpPr txBox="1"/>
          <p:nvPr/>
        </p:nvSpPr>
        <p:spPr>
          <a:xfrm>
            <a:off x="-2436695" y="45636"/>
            <a:ext cx="1786192" cy="5678478"/>
          </a:xfrm>
          <a:prstGeom prst="rect">
            <a:avLst/>
          </a:prstGeom>
          <a:solidFill>
            <a:srgbClr val="F4F2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to add an image: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on the icon inside the image placeholder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 the image you want to use from your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“Open”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 or crop the image if necessary by using the button “Crop” in the top ribbon.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Alt Text or mark as decorative: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 click on the image and select “View Alt Text”.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 in the blank field that appears on the right of the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b="0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Alt Text isn’t relevant, tick the box to “Mark element as decorative”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5" name="Google Shape;655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69241" y="2507594"/>
            <a:ext cx="307086" cy="622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Numbers (Alternative)">
  <p:cSld name="Title, Content and Numbers (Alternative)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10"/>
          <p:cNvSpPr/>
          <p:nvPr/>
        </p:nvSpPr>
        <p:spPr>
          <a:xfrm>
            <a:off x="0" y="0"/>
            <a:ext cx="2797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58" name="Google Shape;658;p110"/>
          <p:cNvGrpSpPr/>
          <p:nvPr/>
        </p:nvGrpSpPr>
        <p:grpSpPr>
          <a:xfrm>
            <a:off x="331191" y="4746706"/>
            <a:ext cx="804755" cy="207184"/>
            <a:chOff x="4767702" y="-472136"/>
            <a:chExt cx="745525" cy="191931"/>
          </a:xfrm>
        </p:grpSpPr>
        <p:sp>
          <p:nvSpPr>
            <p:cNvPr id="659" name="Google Shape;659;p110"/>
            <p:cNvSpPr/>
            <p:nvPr/>
          </p:nvSpPr>
          <p:spPr>
            <a:xfrm>
              <a:off x="4770087" y="-471716"/>
              <a:ext cx="740699" cy="191096"/>
            </a:xfrm>
            <a:custGeom>
              <a:rect b="b" l="l" r="r" t="t"/>
              <a:pathLst>
                <a:path extrusionOk="0" h="191096" w="740699">
                  <a:moveTo>
                    <a:pt x="689325" y="7347"/>
                  </a:moveTo>
                  <a:cubicBezTo>
                    <a:pt x="689325" y="8511"/>
                    <a:pt x="689026" y="9604"/>
                    <a:pt x="688790" y="10847"/>
                  </a:cubicBezTo>
                  <a:lnTo>
                    <a:pt x="686092" y="24840"/>
                  </a:lnTo>
                  <a:cubicBezTo>
                    <a:pt x="685558" y="28073"/>
                    <a:pt x="684213" y="29953"/>
                    <a:pt x="680980" y="29953"/>
                  </a:cubicBezTo>
                  <a:cubicBezTo>
                    <a:pt x="678974" y="29953"/>
                    <a:pt x="673177" y="28608"/>
                    <a:pt x="667797" y="28608"/>
                  </a:cubicBezTo>
                  <a:cubicBezTo>
                    <a:pt x="652993" y="28608"/>
                    <a:pt x="646528" y="36143"/>
                    <a:pt x="646528" y="50946"/>
                  </a:cubicBezTo>
                  <a:lnTo>
                    <a:pt x="646528" y="53911"/>
                  </a:lnTo>
                  <a:lnTo>
                    <a:pt x="680712" y="53911"/>
                  </a:lnTo>
                  <a:cubicBezTo>
                    <a:pt x="684213" y="53911"/>
                    <a:pt x="686092" y="56059"/>
                    <a:pt x="686092" y="59559"/>
                  </a:cubicBezTo>
                  <a:lnTo>
                    <a:pt x="686092" y="78130"/>
                  </a:lnTo>
                  <a:cubicBezTo>
                    <a:pt x="686092" y="81363"/>
                    <a:pt x="684213" y="83518"/>
                    <a:pt x="680712" y="83518"/>
                  </a:cubicBezTo>
                  <a:lnTo>
                    <a:pt x="646528" y="83518"/>
                  </a:lnTo>
                  <a:lnTo>
                    <a:pt x="646528" y="183097"/>
                  </a:lnTo>
                  <a:cubicBezTo>
                    <a:pt x="646528" y="186330"/>
                    <a:pt x="644380" y="188485"/>
                    <a:pt x="641148" y="188485"/>
                  </a:cubicBezTo>
                  <a:lnTo>
                    <a:pt x="617197" y="188485"/>
                  </a:lnTo>
                  <a:cubicBezTo>
                    <a:pt x="613964" y="188485"/>
                    <a:pt x="611809" y="186330"/>
                    <a:pt x="611809" y="183097"/>
                  </a:cubicBezTo>
                  <a:lnTo>
                    <a:pt x="611809" y="56602"/>
                  </a:lnTo>
                  <a:cubicBezTo>
                    <a:pt x="611809" y="17839"/>
                    <a:pt x="633612" y="79"/>
                    <a:pt x="666987" y="79"/>
                  </a:cubicBezTo>
                  <a:cubicBezTo>
                    <a:pt x="672729" y="79"/>
                    <a:pt x="678557" y="621"/>
                    <a:pt x="683945" y="1966"/>
                  </a:cubicBezTo>
                  <a:cubicBezTo>
                    <a:pt x="687713" y="2769"/>
                    <a:pt x="689325" y="4358"/>
                    <a:pt x="689325" y="7347"/>
                  </a:cubicBezTo>
                  <a:moveTo>
                    <a:pt x="741003" y="59292"/>
                  </a:moveTo>
                  <a:lnTo>
                    <a:pt x="741003" y="183097"/>
                  </a:lnTo>
                  <a:cubicBezTo>
                    <a:pt x="741003" y="186330"/>
                    <a:pt x="738848" y="188485"/>
                    <a:pt x="735615" y="188485"/>
                  </a:cubicBezTo>
                  <a:lnTo>
                    <a:pt x="711396" y="188485"/>
                  </a:lnTo>
                  <a:cubicBezTo>
                    <a:pt x="708164" y="188485"/>
                    <a:pt x="706008" y="186330"/>
                    <a:pt x="706008" y="183097"/>
                  </a:cubicBezTo>
                  <a:lnTo>
                    <a:pt x="706008" y="59292"/>
                  </a:lnTo>
                  <a:cubicBezTo>
                    <a:pt x="706008" y="56059"/>
                    <a:pt x="708164" y="53911"/>
                    <a:pt x="711396" y="53911"/>
                  </a:cubicBezTo>
                  <a:lnTo>
                    <a:pt x="735615" y="53911"/>
                  </a:lnTo>
                  <a:cubicBezTo>
                    <a:pt x="738848" y="53911"/>
                    <a:pt x="741003" y="56059"/>
                    <a:pt x="741003" y="59292"/>
                  </a:cubicBezTo>
                  <a:moveTo>
                    <a:pt x="518954" y="158879"/>
                  </a:moveTo>
                  <a:cubicBezTo>
                    <a:pt x="499038" y="158879"/>
                    <a:pt x="485847" y="145956"/>
                    <a:pt x="485847" y="121195"/>
                  </a:cubicBezTo>
                  <a:cubicBezTo>
                    <a:pt x="485847" y="96433"/>
                    <a:pt x="499038" y="83518"/>
                    <a:pt x="517074" y="83518"/>
                  </a:cubicBezTo>
                  <a:cubicBezTo>
                    <a:pt x="536990" y="83518"/>
                    <a:pt x="550173" y="96433"/>
                    <a:pt x="550173" y="121195"/>
                  </a:cubicBezTo>
                  <a:cubicBezTo>
                    <a:pt x="550173" y="145956"/>
                    <a:pt x="536990" y="158879"/>
                    <a:pt x="518954" y="158879"/>
                  </a:cubicBezTo>
                  <a:moveTo>
                    <a:pt x="517074" y="51221"/>
                  </a:moveTo>
                  <a:cubicBezTo>
                    <a:pt x="476699" y="51221"/>
                    <a:pt x="450317" y="80553"/>
                    <a:pt x="450317" y="121195"/>
                  </a:cubicBezTo>
                  <a:cubicBezTo>
                    <a:pt x="450317" y="161837"/>
                    <a:pt x="476699" y="191176"/>
                    <a:pt x="518954" y="191176"/>
                  </a:cubicBezTo>
                  <a:cubicBezTo>
                    <a:pt x="559328" y="191176"/>
                    <a:pt x="585702" y="161837"/>
                    <a:pt x="585702" y="121195"/>
                  </a:cubicBezTo>
                  <a:cubicBezTo>
                    <a:pt x="585702" y="80553"/>
                    <a:pt x="559328" y="51221"/>
                    <a:pt x="517074" y="51221"/>
                  </a:cubicBezTo>
                  <a:moveTo>
                    <a:pt x="424486" y="101813"/>
                  </a:moveTo>
                  <a:lnTo>
                    <a:pt x="424486" y="183097"/>
                  </a:lnTo>
                  <a:cubicBezTo>
                    <a:pt x="424486" y="186330"/>
                    <a:pt x="422331" y="188485"/>
                    <a:pt x="419098" y="188485"/>
                  </a:cubicBezTo>
                  <a:lnTo>
                    <a:pt x="394880" y="188485"/>
                  </a:lnTo>
                  <a:cubicBezTo>
                    <a:pt x="391647" y="188485"/>
                    <a:pt x="389492" y="186330"/>
                    <a:pt x="389492" y="183097"/>
                  </a:cubicBezTo>
                  <a:lnTo>
                    <a:pt x="389492" y="106391"/>
                  </a:lnTo>
                  <a:cubicBezTo>
                    <a:pt x="389492" y="90243"/>
                    <a:pt x="377921" y="83518"/>
                    <a:pt x="363385" y="83518"/>
                  </a:cubicBezTo>
                  <a:cubicBezTo>
                    <a:pt x="355040" y="83518"/>
                    <a:pt x="350470" y="84053"/>
                    <a:pt x="343469" y="85665"/>
                  </a:cubicBezTo>
                  <a:cubicBezTo>
                    <a:pt x="339159" y="86743"/>
                    <a:pt x="337012" y="88631"/>
                    <a:pt x="337012" y="92666"/>
                  </a:cubicBezTo>
                  <a:lnTo>
                    <a:pt x="337012" y="183097"/>
                  </a:lnTo>
                  <a:cubicBezTo>
                    <a:pt x="337012" y="186330"/>
                    <a:pt x="334856" y="188485"/>
                    <a:pt x="331624" y="188485"/>
                  </a:cubicBezTo>
                  <a:lnTo>
                    <a:pt x="307405" y="188485"/>
                  </a:lnTo>
                  <a:cubicBezTo>
                    <a:pt x="304172" y="188485"/>
                    <a:pt x="302017" y="186330"/>
                    <a:pt x="302017" y="183097"/>
                  </a:cubicBezTo>
                  <a:lnTo>
                    <a:pt x="302017" y="71672"/>
                  </a:lnTo>
                  <a:cubicBezTo>
                    <a:pt x="302017" y="65482"/>
                    <a:pt x="304982" y="62249"/>
                    <a:pt x="308750" y="60904"/>
                  </a:cubicBezTo>
                  <a:cubicBezTo>
                    <a:pt x="328399" y="53911"/>
                    <a:pt x="346970" y="51221"/>
                    <a:pt x="362850" y="51221"/>
                  </a:cubicBezTo>
                  <a:cubicBezTo>
                    <a:pt x="404295" y="51221"/>
                    <a:pt x="424486" y="68982"/>
                    <a:pt x="424486" y="101813"/>
                  </a:cubicBezTo>
                  <a:moveTo>
                    <a:pt x="122497" y="167759"/>
                  </a:moveTo>
                  <a:cubicBezTo>
                    <a:pt x="122497" y="172337"/>
                    <a:pt x="121963" y="178528"/>
                    <a:pt x="120342" y="183097"/>
                  </a:cubicBezTo>
                  <a:cubicBezTo>
                    <a:pt x="118997" y="187140"/>
                    <a:pt x="117385" y="188485"/>
                    <a:pt x="113350" y="188485"/>
                  </a:cubicBezTo>
                  <a:lnTo>
                    <a:pt x="89123" y="188485"/>
                  </a:lnTo>
                  <a:cubicBezTo>
                    <a:pt x="86433" y="188485"/>
                    <a:pt x="85088" y="186865"/>
                    <a:pt x="85088" y="184718"/>
                  </a:cubicBezTo>
                  <a:cubicBezTo>
                    <a:pt x="85088" y="184175"/>
                    <a:pt x="85088" y="183640"/>
                    <a:pt x="85356" y="183097"/>
                  </a:cubicBezTo>
                  <a:cubicBezTo>
                    <a:pt x="86433" y="179597"/>
                    <a:pt x="86968" y="177175"/>
                    <a:pt x="86968" y="173140"/>
                  </a:cubicBezTo>
                  <a:cubicBezTo>
                    <a:pt x="86968" y="133559"/>
                    <a:pt x="303" y="155646"/>
                    <a:pt x="303" y="98589"/>
                  </a:cubicBezTo>
                  <a:cubicBezTo>
                    <a:pt x="303" y="69517"/>
                    <a:pt x="23452" y="50144"/>
                    <a:pt x="59517" y="50144"/>
                  </a:cubicBezTo>
                  <a:cubicBezTo>
                    <a:pt x="78623" y="50144"/>
                    <a:pt x="98546" y="54714"/>
                    <a:pt x="115230" y="64404"/>
                  </a:cubicBezTo>
                  <a:cubicBezTo>
                    <a:pt x="117393" y="65490"/>
                    <a:pt x="118462" y="67637"/>
                    <a:pt x="118462" y="69792"/>
                  </a:cubicBezTo>
                  <a:cubicBezTo>
                    <a:pt x="118462" y="71137"/>
                    <a:pt x="118164" y="72710"/>
                    <a:pt x="117385" y="74362"/>
                  </a:cubicBezTo>
                  <a:lnTo>
                    <a:pt x="109039" y="92131"/>
                  </a:lnTo>
                  <a:cubicBezTo>
                    <a:pt x="107962" y="94553"/>
                    <a:pt x="105539" y="95899"/>
                    <a:pt x="103116" y="95899"/>
                  </a:cubicBezTo>
                  <a:cubicBezTo>
                    <a:pt x="101771" y="95899"/>
                    <a:pt x="100426" y="95623"/>
                    <a:pt x="99081" y="94821"/>
                  </a:cubicBezTo>
                  <a:cubicBezTo>
                    <a:pt x="85356" y="87286"/>
                    <a:pt x="72165" y="82708"/>
                    <a:pt x="58439" y="82708"/>
                  </a:cubicBezTo>
                  <a:cubicBezTo>
                    <a:pt x="44179" y="82708"/>
                    <a:pt x="35833" y="87923"/>
                    <a:pt x="35833" y="96166"/>
                  </a:cubicBezTo>
                  <a:cubicBezTo>
                    <a:pt x="35833" y="121368"/>
                    <a:pt x="122497" y="106659"/>
                    <a:pt x="122497" y="167759"/>
                  </a:cubicBezTo>
                  <a:moveTo>
                    <a:pt x="234191" y="149189"/>
                  </a:moveTo>
                  <a:cubicBezTo>
                    <a:pt x="234191" y="153224"/>
                    <a:pt x="232043" y="155111"/>
                    <a:pt x="227466" y="156456"/>
                  </a:cubicBezTo>
                  <a:cubicBezTo>
                    <a:pt x="221543" y="158069"/>
                    <a:pt x="216430" y="158879"/>
                    <a:pt x="209162" y="158879"/>
                  </a:cubicBezTo>
                  <a:cubicBezTo>
                    <a:pt x="191936" y="158879"/>
                    <a:pt x="175788" y="148646"/>
                    <a:pt x="175788" y="121195"/>
                  </a:cubicBezTo>
                  <a:cubicBezTo>
                    <a:pt x="175788" y="93743"/>
                    <a:pt x="191936" y="83518"/>
                    <a:pt x="209162" y="83518"/>
                  </a:cubicBezTo>
                  <a:cubicBezTo>
                    <a:pt x="216430" y="83518"/>
                    <a:pt x="221543" y="84320"/>
                    <a:pt x="227466" y="85941"/>
                  </a:cubicBezTo>
                  <a:cubicBezTo>
                    <a:pt x="232043" y="87286"/>
                    <a:pt x="234191" y="89165"/>
                    <a:pt x="234191" y="93201"/>
                  </a:cubicBezTo>
                  <a:lnTo>
                    <a:pt x="234191" y="149189"/>
                  </a:lnTo>
                  <a:close/>
                  <a:moveTo>
                    <a:pt x="262452" y="61179"/>
                  </a:moveTo>
                  <a:cubicBezTo>
                    <a:pt x="244692" y="54446"/>
                    <a:pt x="228000" y="51221"/>
                    <a:pt x="209430" y="51221"/>
                  </a:cubicBezTo>
                  <a:cubicBezTo>
                    <a:pt x="168795" y="51221"/>
                    <a:pt x="140258" y="78405"/>
                    <a:pt x="140258" y="121195"/>
                  </a:cubicBezTo>
                  <a:cubicBezTo>
                    <a:pt x="140258" y="164527"/>
                    <a:pt x="165020" y="191176"/>
                    <a:pt x="208895" y="191176"/>
                  </a:cubicBezTo>
                  <a:cubicBezTo>
                    <a:pt x="226655" y="191176"/>
                    <a:pt x="243881" y="188210"/>
                    <a:pt x="262452" y="180407"/>
                  </a:cubicBezTo>
                  <a:cubicBezTo>
                    <a:pt x="266763" y="178528"/>
                    <a:pt x="269185" y="175562"/>
                    <a:pt x="269185" y="169639"/>
                  </a:cubicBezTo>
                  <a:lnTo>
                    <a:pt x="269185" y="71940"/>
                  </a:lnTo>
                  <a:cubicBezTo>
                    <a:pt x="269185" y="65749"/>
                    <a:pt x="266763" y="62792"/>
                    <a:pt x="262452" y="611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60" name="Google Shape;660;p110"/>
            <p:cNvSpPr/>
            <p:nvPr/>
          </p:nvSpPr>
          <p:spPr>
            <a:xfrm flipH="1" rot="10726104">
              <a:off x="5474877" y="-471733"/>
              <a:ext cx="37949" cy="37711"/>
            </a:xfrm>
            <a:custGeom>
              <a:rect b="b" l="l" r="r" t="t"/>
              <a:pathLst>
                <a:path extrusionOk="0" h="37711" w="37949">
                  <a:moveTo>
                    <a:pt x="19483" y="17"/>
                  </a:moveTo>
                  <a:cubicBezTo>
                    <a:pt x="30519" y="-219"/>
                    <a:pt x="38212" y="6883"/>
                    <a:pt x="38456" y="18454"/>
                  </a:cubicBezTo>
                  <a:cubicBezTo>
                    <a:pt x="38715" y="30300"/>
                    <a:pt x="31329" y="37457"/>
                    <a:pt x="19491" y="37717"/>
                  </a:cubicBezTo>
                  <a:cubicBezTo>
                    <a:pt x="8188" y="37953"/>
                    <a:pt x="771" y="31118"/>
                    <a:pt x="519" y="19272"/>
                  </a:cubicBezTo>
                  <a:cubicBezTo>
                    <a:pt x="267" y="7701"/>
                    <a:pt x="7378" y="284"/>
                    <a:pt x="19483" y="1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61" name="Google Shape;661;p110"/>
            <p:cNvSpPr/>
            <p:nvPr/>
          </p:nvSpPr>
          <p:spPr>
            <a:xfrm flipH="1" rot="-74975">
              <a:off x="4768103" y="-317778"/>
              <a:ext cx="37406" cy="37169"/>
            </a:xfrm>
            <a:custGeom>
              <a:rect b="b" l="l" r="r" t="t"/>
              <a:pathLst>
                <a:path extrusionOk="0" h="37169" w="37406">
                  <a:moveTo>
                    <a:pt x="18717" y="130"/>
                  </a:moveTo>
                  <a:cubicBezTo>
                    <a:pt x="29745" y="-106"/>
                    <a:pt x="37162" y="6729"/>
                    <a:pt x="37414" y="18300"/>
                  </a:cubicBezTo>
                  <a:cubicBezTo>
                    <a:pt x="37665" y="29603"/>
                    <a:pt x="30555" y="37028"/>
                    <a:pt x="18717" y="37288"/>
                  </a:cubicBezTo>
                  <a:cubicBezTo>
                    <a:pt x="7681" y="37524"/>
                    <a:pt x="264" y="30421"/>
                    <a:pt x="20" y="19118"/>
                  </a:cubicBezTo>
                  <a:cubicBezTo>
                    <a:pt x="-240" y="7547"/>
                    <a:pt x="6871" y="390"/>
                    <a:pt x="18717" y="13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662" name="Google Shape;662;p110"/>
          <p:cNvSpPr txBox="1"/>
          <p:nvPr>
            <p:ph type="title"/>
          </p:nvPr>
        </p:nvSpPr>
        <p:spPr>
          <a:xfrm>
            <a:off x="331200" y="289130"/>
            <a:ext cx="2118055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3" name="Google Shape;663;p110"/>
          <p:cNvSpPr txBox="1"/>
          <p:nvPr>
            <p:ph idx="1" type="body"/>
          </p:nvPr>
        </p:nvSpPr>
        <p:spPr>
          <a:xfrm>
            <a:off x="333730" y="1071318"/>
            <a:ext cx="21168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1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921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4" name="Google Shape;664;p110"/>
          <p:cNvSpPr txBox="1"/>
          <p:nvPr>
            <p:ph idx="2" type="body"/>
          </p:nvPr>
        </p:nvSpPr>
        <p:spPr>
          <a:xfrm>
            <a:off x="331788" y="1341438"/>
            <a:ext cx="2116137" cy="3214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5" name="Google Shape;665;p110"/>
          <p:cNvSpPr txBox="1"/>
          <p:nvPr>
            <p:ph idx="3" type="body"/>
          </p:nvPr>
        </p:nvSpPr>
        <p:spPr>
          <a:xfrm>
            <a:off x="3264208" y="739124"/>
            <a:ext cx="5546062" cy="21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6" name="Google Shape;666;p110"/>
          <p:cNvSpPr txBox="1"/>
          <p:nvPr>
            <p:ph idx="4" type="body"/>
          </p:nvPr>
        </p:nvSpPr>
        <p:spPr>
          <a:xfrm>
            <a:off x="3262749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7" name="Google Shape;667;p110"/>
          <p:cNvSpPr txBox="1"/>
          <p:nvPr>
            <p:ph idx="5" type="body"/>
          </p:nvPr>
        </p:nvSpPr>
        <p:spPr>
          <a:xfrm>
            <a:off x="3262749" y="2211873"/>
            <a:ext cx="1268510" cy="49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8" name="Google Shape;668;p110"/>
          <p:cNvSpPr txBox="1"/>
          <p:nvPr>
            <p:ph idx="6" type="body"/>
          </p:nvPr>
        </p:nvSpPr>
        <p:spPr>
          <a:xfrm>
            <a:off x="3262749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9" name="Google Shape;669;p110"/>
          <p:cNvSpPr txBox="1"/>
          <p:nvPr>
            <p:ph idx="7" type="body"/>
          </p:nvPr>
        </p:nvSpPr>
        <p:spPr>
          <a:xfrm>
            <a:off x="4688351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0" name="Google Shape;670;p110"/>
          <p:cNvSpPr txBox="1"/>
          <p:nvPr>
            <p:ph idx="8" type="body"/>
          </p:nvPr>
        </p:nvSpPr>
        <p:spPr>
          <a:xfrm>
            <a:off x="4688936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1" name="Google Shape;671;p110"/>
          <p:cNvSpPr txBox="1"/>
          <p:nvPr>
            <p:ph idx="9" type="body"/>
          </p:nvPr>
        </p:nvSpPr>
        <p:spPr>
          <a:xfrm>
            <a:off x="4688936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2" name="Google Shape;672;p110"/>
          <p:cNvSpPr txBox="1"/>
          <p:nvPr>
            <p:ph idx="13" type="body"/>
          </p:nvPr>
        </p:nvSpPr>
        <p:spPr>
          <a:xfrm>
            <a:off x="6113953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3" name="Google Shape;673;p110"/>
          <p:cNvSpPr txBox="1"/>
          <p:nvPr>
            <p:ph idx="14" type="body"/>
          </p:nvPr>
        </p:nvSpPr>
        <p:spPr>
          <a:xfrm>
            <a:off x="6113953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4" name="Google Shape;674;p110"/>
          <p:cNvSpPr txBox="1"/>
          <p:nvPr>
            <p:ph idx="15" type="body"/>
          </p:nvPr>
        </p:nvSpPr>
        <p:spPr>
          <a:xfrm>
            <a:off x="6113953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5" name="Google Shape;675;p110"/>
          <p:cNvSpPr txBox="1"/>
          <p:nvPr>
            <p:ph idx="16" type="body"/>
          </p:nvPr>
        </p:nvSpPr>
        <p:spPr>
          <a:xfrm>
            <a:off x="7539556" y="1340691"/>
            <a:ext cx="818888" cy="69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b="0" i="0" sz="45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794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00"/>
              <a:buFont typeface="Verdana"/>
              <a:buChar char="•"/>
              <a:defRPr sz="800"/>
            </a:lvl2pPr>
            <a:lvl3pPr indent="-2794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6" name="Google Shape;676;p110"/>
          <p:cNvSpPr txBox="1"/>
          <p:nvPr>
            <p:ph idx="17" type="body"/>
          </p:nvPr>
        </p:nvSpPr>
        <p:spPr>
          <a:xfrm>
            <a:off x="7541760" y="2206097"/>
            <a:ext cx="1268510" cy="500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i="1" sz="14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100">
                <a:solidFill>
                  <a:schemeClr val="accent2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7" name="Google Shape;677;p110"/>
          <p:cNvSpPr txBox="1"/>
          <p:nvPr>
            <p:ph idx="18" type="body"/>
          </p:nvPr>
        </p:nvSpPr>
        <p:spPr>
          <a:xfrm>
            <a:off x="7541760" y="2880664"/>
            <a:ext cx="1268510" cy="1798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>
                <a:solidFill>
                  <a:schemeClr val="dk1"/>
                </a:solidFill>
              </a:defRPr>
            </a:lvl2pPr>
            <a:lvl3pPr indent="-2794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>
                <a:latin typeface="Verdana"/>
                <a:ea typeface="Verdana"/>
                <a:cs typeface="Verdana"/>
                <a:sym typeface="Verdana"/>
              </a:defRPr>
            </a:lvl3pPr>
            <a:lvl4pPr indent="-2921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8" name="Google Shape;678;p110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9" name="Google Shape;679;p110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0" name="Google Shape;680;p110"/>
          <p:cNvSpPr txBox="1"/>
          <p:nvPr>
            <p:ph idx="11" type="ftr"/>
          </p:nvPr>
        </p:nvSpPr>
        <p:spPr>
          <a:xfrm>
            <a:off x="1671799" y="54275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44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0.xml"/><Relationship Id="rId4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23.xml"/><Relationship Id="rId46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22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47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>
            <p:ph type="title"/>
          </p:nvPr>
        </p:nvSpPr>
        <p:spPr>
          <a:xfrm>
            <a:off x="331200" y="289130"/>
            <a:ext cx="8485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  <a:defRPr b="0" i="0" sz="24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4"/>
          <p:cNvSpPr txBox="1"/>
          <p:nvPr>
            <p:ph idx="1" type="body"/>
          </p:nvPr>
        </p:nvSpPr>
        <p:spPr>
          <a:xfrm>
            <a:off x="331191" y="1347442"/>
            <a:ext cx="8478000" cy="320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pic>
        <p:nvPicPr>
          <p:cNvPr descr="Shape&#10;&#10;Description automatically generated with low confidence" id="12" name="Google Shape;12;p6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74822" y="4596340"/>
            <a:ext cx="1157201" cy="533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64"/>
          <p:cNvSpPr txBox="1"/>
          <p:nvPr>
            <p:ph idx="11" type="ftr"/>
          </p:nvPr>
        </p:nvSpPr>
        <p:spPr>
          <a:xfrm>
            <a:off x="1671799" y="4830641"/>
            <a:ext cx="4480560" cy="166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" name="Google Shape;14;p64"/>
          <p:cNvSpPr txBox="1"/>
          <p:nvPr>
            <p:ph idx="10" type="dt"/>
          </p:nvPr>
        </p:nvSpPr>
        <p:spPr>
          <a:xfrm>
            <a:off x="6548724" y="4822572"/>
            <a:ext cx="1626918" cy="1666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p64"/>
          <p:cNvSpPr txBox="1"/>
          <p:nvPr>
            <p:ph idx="12" type="sldNum"/>
          </p:nvPr>
        </p:nvSpPr>
        <p:spPr>
          <a:xfrm>
            <a:off x="8336226" y="4792985"/>
            <a:ext cx="476250" cy="2057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cf420ecf2c_0_7"/>
          <p:cNvSpPr txBox="1"/>
          <p:nvPr>
            <p:ph idx="12" type="sldNum"/>
          </p:nvPr>
        </p:nvSpPr>
        <p:spPr>
          <a:xfrm>
            <a:off x="8336226" y="5400000"/>
            <a:ext cx="47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nofi">
  <a:themeElements>
    <a:clrScheme name="Sanofi (Optimized)">
      <a:dk1>
        <a:srgbClr val="000000"/>
      </a:dk1>
      <a:lt1>
        <a:srgbClr val="FFFFFF"/>
      </a:lt1>
      <a:dk2>
        <a:srgbClr val="F4F2F6"/>
      </a:dk2>
      <a:lt2>
        <a:srgbClr val="F5F5F5"/>
      </a:lt2>
      <a:accent1>
        <a:srgbClr val="23004C"/>
      </a:accent1>
      <a:accent2>
        <a:srgbClr val="7A00E6"/>
      </a:accent2>
      <a:accent3>
        <a:srgbClr val="268500"/>
      </a:accent3>
      <a:accent4>
        <a:srgbClr val="DA3A16"/>
      </a:accent4>
      <a:accent5>
        <a:srgbClr val="D515B9"/>
      </a:accent5>
      <a:accent6>
        <a:srgbClr val="007FAD"/>
      </a:accent6>
      <a:hlink>
        <a:srgbClr val="7A00E6"/>
      </a:hlink>
      <a:folHlink>
        <a:srgbClr val="2300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2023-06-01T14:26:00Z</dcterms:created>
  <dc:creator>Remi de Vogel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0x01010018AD00299B410B4197874E9E6C3EA044</vt:lpwstr>
  </property>
  <property fmtid="{D5CDD505-2E9C-101B-9397-08002B2CF9AE}" pid="3" name="MediaServiceImageTags">
    <vt:lpwstr/>
  </property>
  <property fmtid="{D5CDD505-2E9C-101B-9397-08002B2CF9AE}" pid="4" name="MSIP_Label_d9088468-0951-4aef-9cc3-0a346e475ddc_Enabled">
    <vt:lpwstr>true</vt:lpwstr>
  </property>
  <property fmtid="{D5CDD505-2E9C-101B-9397-08002B2CF9AE}" pid="5" name="MSIP_Label_d9088468-0951-4aef-9cc3-0a346e475ddc_SetDate">
    <vt:lpwstr>2023-11-24T15:47:15Z</vt:lpwstr>
  </property>
  <property fmtid="{D5CDD505-2E9C-101B-9397-08002B2CF9AE}" pid="6" name="MSIP_Label_d9088468-0951-4aef-9cc3-0a346e475ddc_Method">
    <vt:lpwstr>Privileged</vt:lpwstr>
  </property>
  <property fmtid="{D5CDD505-2E9C-101B-9397-08002B2CF9AE}" pid="7" name="MSIP_Label_d9088468-0951-4aef-9cc3-0a346e475ddc_Name">
    <vt:lpwstr>Public</vt:lpwstr>
  </property>
  <property fmtid="{D5CDD505-2E9C-101B-9397-08002B2CF9AE}" pid="8" name="MSIP_Label_d9088468-0951-4aef-9cc3-0a346e475ddc_SiteId">
    <vt:lpwstr>aca3c8d6-aa71-4e1a-a10e-03572fc58c0b</vt:lpwstr>
  </property>
  <property fmtid="{D5CDD505-2E9C-101B-9397-08002B2CF9AE}" pid="9" name="MSIP_Label_d9088468-0951-4aef-9cc3-0a346e475ddc_ActionId">
    <vt:lpwstr>15bc2576-0647-4912-9f2f-d5a854db0b89</vt:lpwstr>
  </property>
  <property fmtid="{D5CDD505-2E9C-101B-9397-08002B2CF9AE}" pid="10" name="MSIP_Label_d9088468-0951-4aef-9cc3-0a346e475ddc_ContentBits">
    <vt:lpwstr>0</vt:lpwstr>
  </property>
</Properties>
</file>