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custom-properties+xml" PartName="/docProps/custom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</p:sldIdLst>
  <p:sldSz cy="5143500" cx="9144000"/>
  <p:notesSz cx="6858000" cy="9144000"/>
  <p:embeddedFontLst>
    <p:embeddedFont>
      <p:font typeface="Sen"/>
      <p:regular r:id="rId6"/>
      <p:bold r:id="rId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8" roundtripDataSignature="AMtx7mie0wAXYlH0c4rLpcecss92zoAFw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font" Target="fonts/Sen-regular.fntdata"/><Relationship Id="rId7" Type="http://schemas.openxmlformats.org/officeDocument/2006/relationships/font" Target="fonts/Sen-bold.fntdata"/><Relationship Id="rId8" Type="http://customschemas.google.com/relationships/presentationmetadata" Target="meta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2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g2cf420ecf2c_0_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4" name="Google Shape;684;g2cf420ecf2c_0_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g2cf420ecf2c_0_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Logo (Dark)" showMasterSp="0">
  <p:cSld name="Cover Logo (Dark)">
    <p:bg>
      <p:bgPr>
        <a:solidFill>
          <a:schemeClr val="accent1"/>
        </a:solid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oogle Shape;17;p67"/>
          <p:cNvGrpSpPr/>
          <p:nvPr/>
        </p:nvGrpSpPr>
        <p:grpSpPr>
          <a:xfrm>
            <a:off x="3236585" y="2227944"/>
            <a:ext cx="2670834" cy="687600"/>
            <a:chOff x="4767702" y="-472136"/>
            <a:chExt cx="745525" cy="191931"/>
          </a:xfrm>
        </p:grpSpPr>
        <p:sp>
          <p:nvSpPr>
            <p:cNvPr id="18" name="Google Shape;18;p67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19" name="Google Shape;19;p67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20" name="Google Shape;20;p67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21" name="Google Shape;21;p67"/>
          <p:cNvSpPr txBox="1"/>
          <p:nvPr>
            <p:ph idx="11" type="ftr"/>
          </p:nvPr>
        </p:nvSpPr>
        <p:spPr>
          <a:xfrm>
            <a:off x="1671799" y="54000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" name="Google Shape;22;p67"/>
          <p:cNvSpPr txBox="1"/>
          <p:nvPr>
            <p:ph idx="10" type="dt"/>
          </p:nvPr>
        </p:nvSpPr>
        <p:spPr>
          <a:xfrm>
            <a:off x="6548724" y="5400000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67"/>
          <p:cNvSpPr txBox="1"/>
          <p:nvPr>
            <p:ph idx="12" type="sldNum"/>
          </p:nvPr>
        </p:nvSpPr>
        <p:spPr>
          <a:xfrm>
            <a:off x="8336226" y="5400000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(Light)" showMasterSp="0">
  <p:cSld name="Cover Title (Light)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hape&#10;&#10;Description automatically generated with low confidence" id="25" name="Google Shape;25;p6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3993367" y="166254"/>
            <a:ext cx="1157201" cy="533712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68"/>
          <p:cNvSpPr/>
          <p:nvPr>
            <p:ph idx="2" type="dgm"/>
          </p:nvPr>
        </p:nvSpPr>
        <p:spPr>
          <a:xfrm>
            <a:off x="4514348" y="3749928"/>
            <a:ext cx="115305" cy="11448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27" name="Google Shape;27;p68"/>
          <p:cNvSpPr/>
          <p:nvPr>
            <p:ph idx="3" type="dgm"/>
          </p:nvPr>
        </p:nvSpPr>
        <p:spPr>
          <a:xfrm>
            <a:off x="4514348" y="1161011"/>
            <a:ext cx="115305" cy="114487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28" name="Google Shape;28;p68"/>
          <p:cNvSpPr txBox="1"/>
          <p:nvPr>
            <p:ph type="title"/>
          </p:nvPr>
        </p:nvSpPr>
        <p:spPr>
          <a:xfrm>
            <a:off x="1118600" y="1449062"/>
            <a:ext cx="6922834" cy="12436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200"/>
              <a:buFont typeface="Verdana"/>
              <a:buNone/>
              <a:defRPr sz="42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8"/>
          <p:cNvSpPr txBox="1"/>
          <p:nvPr>
            <p:ph idx="1" type="body"/>
          </p:nvPr>
        </p:nvSpPr>
        <p:spPr>
          <a:xfrm>
            <a:off x="1110583" y="2818617"/>
            <a:ext cx="6922834" cy="40346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b="0" i="1" sz="20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4200"/>
              <a:buFont typeface="Arial"/>
              <a:buNone/>
              <a:defRPr b="0" i="1" sz="42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" name="Google Shape;30;p68"/>
          <p:cNvSpPr txBox="1"/>
          <p:nvPr>
            <p:ph idx="4" type="body"/>
          </p:nvPr>
        </p:nvSpPr>
        <p:spPr>
          <a:xfrm>
            <a:off x="1110583" y="3384936"/>
            <a:ext cx="6922834" cy="231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048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Char char="•"/>
              <a:defRPr b="0" i="0" sz="12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" name="Google Shape;31;p68"/>
          <p:cNvSpPr txBox="1"/>
          <p:nvPr>
            <p:ph idx="10" type="dt"/>
          </p:nvPr>
        </p:nvSpPr>
        <p:spPr>
          <a:xfrm>
            <a:off x="3758508" y="4832099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68"/>
          <p:cNvSpPr txBox="1"/>
          <p:nvPr>
            <p:ph idx="12" type="sldNum"/>
          </p:nvPr>
        </p:nvSpPr>
        <p:spPr>
          <a:xfrm>
            <a:off x="8336226" y="4800359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33" name="Google Shape;33;p68"/>
          <p:cNvCxnSpPr/>
          <p:nvPr/>
        </p:nvCxnSpPr>
        <p:spPr>
          <a:xfrm rot="10800000">
            <a:off x="4503448" y="5236845"/>
            <a:ext cx="0" cy="325344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34" name="Google Shape;34;p68"/>
          <p:cNvSpPr txBox="1"/>
          <p:nvPr/>
        </p:nvSpPr>
        <p:spPr>
          <a:xfrm>
            <a:off x="1378200" y="5618210"/>
            <a:ext cx="5802084" cy="769441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change date format: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Go to the “Insert” tab in the top ribbon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“Header &amp; Footer”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Choose the desired date format from the dropdown and save your changes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text, design&#10;&#10;Description automatically generated" id="35" name="Google Shape;35;p6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304135" y="5631571"/>
            <a:ext cx="522697" cy="733227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68"/>
          <p:cNvSpPr txBox="1"/>
          <p:nvPr>
            <p:ph idx="11" type="ftr"/>
          </p:nvPr>
        </p:nvSpPr>
        <p:spPr>
          <a:xfrm>
            <a:off x="1671799" y="66446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with Image (Small)">
  <p:cSld name="Title and Content with Image (Small)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5"/>
          <p:cNvSpPr txBox="1"/>
          <p:nvPr>
            <p:ph type="title"/>
          </p:nvPr>
        </p:nvSpPr>
        <p:spPr>
          <a:xfrm>
            <a:off x="331200" y="289130"/>
            <a:ext cx="573334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85"/>
          <p:cNvSpPr txBox="1"/>
          <p:nvPr>
            <p:ph idx="1" type="body"/>
          </p:nvPr>
        </p:nvSpPr>
        <p:spPr>
          <a:xfrm>
            <a:off x="333730" y="1071318"/>
            <a:ext cx="5733015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" name="Google Shape;40;p85"/>
          <p:cNvSpPr txBox="1"/>
          <p:nvPr>
            <p:ph idx="2" type="body"/>
          </p:nvPr>
        </p:nvSpPr>
        <p:spPr>
          <a:xfrm>
            <a:off x="331525" y="1340692"/>
            <a:ext cx="5733015" cy="32090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" name="Google Shape;41;p85"/>
          <p:cNvSpPr/>
          <p:nvPr>
            <p:ph idx="3" type="pic"/>
          </p:nvPr>
        </p:nvSpPr>
        <p:spPr>
          <a:xfrm>
            <a:off x="6346800" y="0"/>
            <a:ext cx="27972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42" name="Google Shape;42;p85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85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85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45" name="Google Shape;45;p85"/>
          <p:cNvCxnSpPr/>
          <p:nvPr/>
        </p:nvCxnSpPr>
        <p:spPr>
          <a:xfrm rot="10800000">
            <a:off x="9179892" y="815209"/>
            <a:ext cx="604188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6" name="Google Shape;46;p85"/>
          <p:cNvSpPr txBox="1"/>
          <p:nvPr/>
        </p:nvSpPr>
        <p:spPr>
          <a:xfrm>
            <a:off x="9886077" y="699694"/>
            <a:ext cx="1786192" cy="330859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47" name="Google Shape;47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125349" y="3183019"/>
            <a:ext cx="371475" cy="752475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48" name="Google Shape;48;p85"/>
          <p:cNvCxnSpPr/>
          <p:nvPr/>
        </p:nvCxnSpPr>
        <p:spPr>
          <a:xfrm>
            <a:off x="-525780" y="1455076"/>
            <a:ext cx="499007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49" name="Google Shape;49;p85"/>
          <p:cNvSpPr txBox="1"/>
          <p:nvPr/>
        </p:nvSpPr>
        <p:spPr>
          <a:xfrm>
            <a:off x="-2406215" y="1340692"/>
            <a:ext cx="1786192" cy="2292935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Using bullets with the indent button: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Use the indent button to create the text levels with the appropriate bullet in miracle purple.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50" name="Google Shape;50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-2284295" y="2663190"/>
            <a:ext cx="640080" cy="7800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nd slide" showMasterSp="0">
  <p:cSld name="End slide">
    <p:bg>
      <p:bgPr>
        <a:solidFill>
          <a:srgbClr val="23004C"/>
        </a:solidFill>
      </p:bgPr>
    </p:bg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06"/>
          <p:cNvSpPr txBox="1"/>
          <p:nvPr>
            <p:ph type="ctrTitle"/>
          </p:nvPr>
        </p:nvSpPr>
        <p:spPr>
          <a:xfrm>
            <a:off x="1143000" y="2238027"/>
            <a:ext cx="6858000" cy="667446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000"/>
              <a:buFont typeface="Verdana"/>
              <a:buNone/>
              <a:defRPr sz="40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06"/>
          <p:cNvSpPr/>
          <p:nvPr>
            <p:ph idx="2" type="dgm"/>
          </p:nvPr>
        </p:nvSpPr>
        <p:spPr>
          <a:xfrm>
            <a:off x="4508583" y="3260202"/>
            <a:ext cx="126835" cy="12593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4" name="Google Shape;54;p106"/>
          <p:cNvSpPr/>
          <p:nvPr>
            <p:ph idx="3" type="dgm"/>
          </p:nvPr>
        </p:nvSpPr>
        <p:spPr>
          <a:xfrm>
            <a:off x="4508583" y="1771699"/>
            <a:ext cx="126835" cy="125936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grpSp>
        <p:nvGrpSpPr>
          <p:cNvPr id="55" name="Google Shape;55;p106"/>
          <p:cNvGrpSpPr/>
          <p:nvPr/>
        </p:nvGrpSpPr>
        <p:grpSpPr>
          <a:xfrm>
            <a:off x="4169614" y="4509979"/>
            <a:ext cx="804755" cy="207184"/>
            <a:chOff x="4767702" y="-472136"/>
            <a:chExt cx="745525" cy="191931"/>
          </a:xfrm>
        </p:grpSpPr>
        <p:sp>
          <p:nvSpPr>
            <p:cNvPr id="56" name="Google Shape;56;p106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57" name="Google Shape;57;p106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58" name="Google Shape;58;p106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59" name="Google Shape;59;p106"/>
          <p:cNvSpPr txBox="1"/>
          <p:nvPr>
            <p:ph idx="11" type="ftr"/>
          </p:nvPr>
        </p:nvSpPr>
        <p:spPr>
          <a:xfrm>
            <a:off x="1671799" y="54000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06"/>
          <p:cNvSpPr txBox="1"/>
          <p:nvPr>
            <p:ph idx="10" type="dt"/>
          </p:nvPr>
        </p:nvSpPr>
        <p:spPr>
          <a:xfrm>
            <a:off x="6548724" y="5400000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06"/>
          <p:cNvSpPr txBox="1"/>
          <p:nvPr>
            <p:ph idx="12" type="sldNum"/>
          </p:nvPr>
        </p:nvSpPr>
        <p:spPr>
          <a:xfrm>
            <a:off x="8336226" y="5400000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" showMasterSp="0">
  <p:cSld name="Empt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65"/>
          <p:cNvSpPr txBox="1"/>
          <p:nvPr>
            <p:ph idx="11" type="ftr"/>
          </p:nvPr>
        </p:nvSpPr>
        <p:spPr>
          <a:xfrm>
            <a:off x="1671799" y="54000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65"/>
          <p:cNvSpPr txBox="1"/>
          <p:nvPr>
            <p:ph idx="10" type="dt"/>
          </p:nvPr>
        </p:nvSpPr>
        <p:spPr>
          <a:xfrm>
            <a:off x="6548724" y="5400000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65"/>
          <p:cNvSpPr txBox="1"/>
          <p:nvPr>
            <p:ph idx="12" type="sldNum"/>
          </p:nvPr>
        </p:nvSpPr>
        <p:spPr>
          <a:xfrm>
            <a:off x="8336226" y="5400000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Logo (Light)" showMasterSp="0">
  <p:cSld name="Cover Logo (Light)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hape&#10;&#10;Description automatically generated with low confidence" id="67" name="Google Shape;67;p6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757756" y="1735004"/>
            <a:ext cx="3628487" cy="167349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66"/>
          <p:cNvSpPr txBox="1"/>
          <p:nvPr>
            <p:ph idx="11" type="ftr"/>
          </p:nvPr>
        </p:nvSpPr>
        <p:spPr>
          <a:xfrm>
            <a:off x="1671799" y="54000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66"/>
          <p:cNvSpPr txBox="1"/>
          <p:nvPr>
            <p:ph idx="10" type="dt"/>
          </p:nvPr>
        </p:nvSpPr>
        <p:spPr>
          <a:xfrm>
            <a:off x="6548724" y="5400000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66"/>
          <p:cNvSpPr txBox="1"/>
          <p:nvPr>
            <p:ph idx="12" type="sldNum"/>
          </p:nvPr>
        </p:nvSpPr>
        <p:spPr>
          <a:xfrm>
            <a:off x="8336226" y="5400000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(Dark)" showMasterSp="0">
  <p:cSld name="Cover Title (Dark)">
    <p:bg>
      <p:bgPr>
        <a:solidFill>
          <a:schemeClr val="accen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2" name="Google Shape;72;p69"/>
          <p:cNvGrpSpPr/>
          <p:nvPr/>
        </p:nvGrpSpPr>
        <p:grpSpPr>
          <a:xfrm>
            <a:off x="4146495" y="333339"/>
            <a:ext cx="851011" cy="219091"/>
            <a:chOff x="4767702" y="-472136"/>
            <a:chExt cx="745525" cy="191931"/>
          </a:xfrm>
        </p:grpSpPr>
        <p:sp>
          <p:nvSpPr>
            <p:cNvPr id="73" name="Google Shape;73;p69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74" name="Google Shape;74;p69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75" name="Google Shape;75;p69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76" name="Google Shape;76;p69"/>
          <p:cNvSpPr/>
          <p:nvPr>
            <p:ph idx="2" type="dgm"/>
          </p:nvPr>
        </p:nvSpPr>
        <p:spPr>
          <a:xfrm>
            <a:off x="4514347" y="3749928"/>
            <a:ext cx="115305" cy="11448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77" name="Google Shape;77;p69"/>
          <p:cNvSpPr/>
          <p:nvPr>
            <p:ph idx="3" type="dgm"/>
          </p:nvPr>
        </p:nvSpPr>
        <p:spPr>
          <a:xfrm>
            <a:off x="4514347" y="1161011"/>
            <a:ext cx="115305" cy="11448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78" name="Google Shape;78;p69"/>
          <p:cNvSpPr txBox="1"/>
          <p:nvPr>
            <p:ph type="title"/>
          </p:nvPr>
        </p:nvSpPr>
        <p:spPr>
          <a:xfrm>
            <a:off x="1110583" y="1444509"/>
            <a:ext cx="6922834" cy="12545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Font typeface="Verdana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69"/>
          <p:cNvSpPr txBox="1"/>
          <p:nvPr>
            <p:ph idx="1" type="body"/>
          </p:nvPr>
        </p:nvSpPr>
        <p:spPr>
          <a:xfrm>
            <a:off x="1110583" y="2818617"/>
            <a:ext cx="6922834" cy="403469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b="0" i="1" sz="2000">
                <a:solidFill>
                  <a:schemeClr val="l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4200"/>
              <a:buFont typeface="Arial"/>
              <a:buNone/>
              <a:defRPr b="0" i="1" sz="42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0" name="Google Shape;80;p69"/>
          <p:cNvSpPr txBox="1"/>
          <p:nvPr>
            <p:ph idx="4" type="body"/>
          </p:nvPr>
        </p:nvSpPr>
        <p:spPr>
          <a:xfrm>
            <a:off x="1110583" y="3384936"/>
            <a:ext cx="6922834" cy="2312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 b="0" i="0" sz="1400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048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Char char="•"/>
              <a:defRPr b="0" i="0" sz="12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69"/>
          <p:cNvSpPr txBox="1"/>
          <p:nvPr>
            <p:ph idx="10" type="dt"/>
          </p:nvPr>
        </p:nvSpPr>
        <p:spPr>
          <a:xfrm>
            <a:off x="3758509" y="4827336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69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3" name="Google Shape;83;p69"/>
          <p:cNvSpPr txBox="1"/>
          <p:nvPr>
            <p:ph idx="11" type="ftr"/>
          </p:nvPr>
        </p:nvSpPr>
        <p:spPr>
          <a:xfrm>
            <a:off x="1671799" y="54000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with Image (Light)" showMasterSp="0">
  <p:cSld name="Cover Title with Image (Light)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70"/>
          <p:cNvGrpSpPr/>
          <p:nvPr/>
        </p:nvGrpSpPr>
        <p:grpSpPr>
          <a:xfrm>
            <a:off x="6518220" y="387182"/>
            <a:ext cx="851011" cy="219091"/>
            <a:chOff x="4767702" y="-472136"/>
            <a:chExt cx="745525" cy="191931"/>
          </a:xfrm>
        </p:grpSpPr>
        <p:sp>
          <p:nvSpPr>
            <p:cNvPr id="86" name="Google Shape;86;p70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87" name="Google Shape;87;p70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88" name="Google Shape;88;p70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89" name="Google Shape;89;p70"/>
          <p:cNvSpPr/>
          <p:nvPr>
            <p:ph idx="2" type="dgm"/>
          </p:nvPr>
        </p:nvSpPr>
        <p:spPr>
          <a:xfrm>
            <a:off x="6892559" y="1322814"/>
            <a:ext cx="102332" cy="1016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90" name="Google Shape;90;p70"/>
          <p:cNvSpPr/>
          <p:nvPr>
            <p:ph idx="3" type="dgm"/>
          </p:nvPr>
        </p:nvSpPr>
        <p:spPr>
          <a:xfrm>
            <a:off x="6892559" y="3877313"/>
            <a:ext cx="102332" cy="1016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91" name="Google Shape;91;p70"/>
          <p:cNvSpPr/>
          <p:nvPr>
            <p:ph idx="4" type="pic"/>
          </p:nvPr>
        </p:nvSpPr>
        <p:spPr>
          <a:xfrm>
            <a:off x="1" y="0"/>
            <a:ext cx="4781135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92" name="Google Shape;92;p70"/>
          <p:cNvSpPr txBox="1"/>
          <p:nvPr>
            <p:ph type="title"/>
          </p:nvPr>
        </p:nvSpPr>
        <p:spPr>
          <a:xfrm>
            <a:off x="5087572" y="1446020"/>
            <a:ext cx="3712306" cy="124231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erdana"/>
              <a:buNone/>
              <a:defRPr sz="3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70"/>
          <p:cNvSpPr txBox="1"/>
          <p:nvPr>
            <p:ph idx="1" type="body"/>
          </p:nvPr>
        </p:nvSpPr>
        <p:spPr>
          <a:xfrm>
            <a:off x="5087572" y="2818617"/>
            <a:ext cx="3712306" cy="4034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b="0" i="1" sz="20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Arial"/>
              <a:buNone/>
              <a:defRPr b="0" i="1" sz="20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4" name="Google Shape;94;p70"/>
          <p:cNvSpPr txBox="1"/>
          <p:nvPr>
            <p:ph idx="5" type="body"/>
          </p:nvPr>
        </p:nvSpPr>
        <p:spPr>
          <a:xfrm>
            <a:off x="5087572" y="3240373"/>
            <a:ext cx="3712306" cy="577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048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Char char="•"/>
              <a:defRPr b="0" i="0" sz="12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5" name="Google Shape;95;p70"/>
          <p:cNvSpPr txBox="1"/>
          <p:nvPr>
            <p:ph idx="10" type="dt"/>
          </p:nvPr>
        </p:nvSpPr>
        <p:spPr>
          <a:xfrm>
            <a:off x="6135974" y="48273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96" name="Google Shape;96;p70"/>
          <p:cNvCxnSpPr/>
          <p:nvPr/>
        </p:nvCxnSpPr>
        <p:spPr>
          <a:xfrm>
            <a:off x="-556260" y="160020"/>
            <a:ext cx="499007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97" name="Google Shape;97;p70"/>
          <p:cNvSpPr txBox="1"/>
          <p:nvPr/>
        </p:nvSpPr>
        <p:spPr>
          <a:xfrm>
            <a:off x="-2436695" y="45636"/>
            <a:ext cx="1786192" cy="567847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Add Alt Text or mark as decorative: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Right click on the image and select “View Alt Text”.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in the blank field that appears on the right of the slide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If Alt Text isn’t relevant, tick the box to “Mark element as decorative”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8" name="Google Shape;98;p7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169241" y="2514968"/>
            <a:ext cx="307086" cy="62204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99" name="Google Shape;99;p70"/>
          <p:cNvCxnSpPr/>
          <p:nvPr/>
        </p:nvCxnSpPr>
        <p:spPr>
          <a:xfrm rot="10800000">
            <a:off x="6963618" y="5236845"/>
            <a:ext cx="0" cy="325344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00" name="Google Shape;100;p70"/>
          <p:cNvSpPr txBox="1"/>
          <p:nvPr/>
        </p:nvSpPr>
        <p:spPr>
          <a:xfrm>
            <a:off x="2390568" y="5618210"/>
            <a:ext cx="5802084" cy="769441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change date format: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Go to the “Insert” tab in the top ribbon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“Header &amp; Footer”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Choose the desired date format from the dropdown and save your changes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text, design&#10;&#10;Description automatically generated" id="101" name="Google Shape;101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16503" y="5631571"/>
            <a:ext cx="522697" cy="733227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70"/>
          <p:cNvSpPr txBox="1"/>
          <p:nvPr>
            <p:ph idx="11" type="ftr"/>
          </p:nvPr>
        </p:nvSpPr>
        <p:spPr>
          <a:xfrm>
            <a:off x="1671799" y="6581613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3" name="Google Shape;103;p70"/>
          <p:cNvSpPr txBox="1"/>
          <p:nvPr>
            <p:ph idx="12" type="sldNum"/>
          </p:nvPr>
        </p:nvSpPr>
        <p:spPr>
          <a:xfrm>
            <a:off x="8336226" y="6542500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with Image (Dark)" showMasterSp="0">
  <p:cSld name="Cover Title with Image (Dark)">
    <p:bg>
      <p:bgPr>
        <a:solidFill>
          <a:schemeClr val="accent1"/>
        </a:solidFill>
      </p:bgPr>
    </p:bg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5" name="Google Shape;105;p71"/>
          <p:cNvGrpSpPr/>
          <p:nvPr/>
        </p:nvGrpSpPr>
        <p:grpSpPr>
          <a:xfrm>
            <a:off x="6518220" y="387182"/>
            <a:ext cx="851011" cy="219091"/>
            <a:chOff x="4767702" y="-472136"/>
            <a:chExt cx="745525" cy="191931"/>
          </a:xfrm>
        </p:grpSpPr>
        <p:sp>
          <p:nvSpPr>
            <p:cNvPr id="106" name="Google Shape;106;p71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107" name="Google Shape;107;p71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108" name="Google Shape;108;p71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109" name="Google Shape;109;p71"/>
          <p:cNvSpPr/>
          <p:nvPr>
            <p:ph idx="2" type="dgm"/>
          </p:nvPr>
        </p:nvSpPr>
        <p:spPr>
          <a:xfrm>
            <a:off x="6892559" y="1322814"/>
            <a:ext cx="102332" cy="10160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10" name="Google Shape;110;p71"/>
          <p:cNvSpPr/>
          <p:nvPr>
            <p:ph idx="3" type="dgm"/>
          </p:nvPr>
        </p:nvSpPr>
        <p:spPr>
          <a:xfrm>
            <a:off x="6892559" y="3877313"/>
            <a:ext cx="102332" cy="10160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11" name="Google Shape;111;p71"/>
          <p:cNvSpPr/>
          <p:nvPr>
            <p:ph idx="4" type="pic"/>
          </p:nvPr>
        </p:nvSpPr>
        <p:spPr>
          <a:xfrm>
            <a:off x="1" y="0"/>
            <a:ext cx="4781135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12" name="Google Shape;112;p71"/>
          <p:cNvSpPr txBox="1"/>
          <p:nvPr>
            <p:ph type="title"/>
          </p:nvPr>
        </p:nvSpPr>
        <p:spPr>
          <a:xfrm>
            <a:off x="5087572" y="1442763"/>
            <a:ext cx="3712306" cy="126385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Verdana"/>
              <a:buNone/>
              <a:defRPr sz="3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71"/>
          <p:cNvSpPr txBox="1"/>
          <p:nvPr>
            <p:ph idx="1" type="body"/>
          </p:nvPr>
        </p:nvSpPr>
        <p:spPr>
          <a:xfrm>
            <a:off x="5087572" y="2818617"/>
            <a:ext cx="3712306" cy="4034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b="0" i="1" sz="2000">
                <a:solidFill>
                  <a:schemeClr val="l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Arial"/>
              <a:buNone/>
              <a:defRPr b="0" i="1" sz="20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4" name="Google Shape;114;p71"/>
          <p:cNvSpPr txBox="1"/>
          <p:nvPr>
            <p:ph idx="5" type="body"/>
          </p:nvPr>
        </p:nvSpPr>
        <p:spPr>
          <a:xfrm>
            <a:off x="5087572" y="3240373"/>
            <a:ext cx="3712306" cy="577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 b="0" i="0" sz="1400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048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Char char="•"/>
              <a:defRPr b="0" i="0" sz="12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5" name="Google Shape;115;p71"/>
          <p:cNvSpPr txBox="1"/>
          <p:nvPr>
            <p:ph idx="10" type="dt"/>
          </p:nvPr>
        </p:nvSpPr>
        <p:spPr>
          <a:xfrm>
            <a:off x="6135974" y="48273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16" name="Google Shape;116;p71"/>
          <p:cNvCxnSpPr/>
          <p:nvPr/>
        </p:nvCxnSpPr>
        <p:spPr>
          <a:xfrm>
            <a:off x="-556260" y="160020"/>
            <a:ext cx="499007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17" name="Google Shape;117;p71"/>
          <p:cNvSpPr txBox="1"/>
          <p:nvPr/>
        </p:nvSpPr>
        <p:spPr>
          <a:xfrm>
            <a:off x="-2436695" y="45636"/>
            <a:ext cx="1786192" cy="567847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Add Alt Text or mark as decorative: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Right click on the image and select “View Alt Text”.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in the blank field that appears on the right of the slide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If Alt Text isn’t relevant, tick the box to “Mark element as decorative”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8" name="Google Shape;118;p7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169241" y="2514968"/>
            <a:ext cx="307086" cy="622046"/>
          </a:xfrm>
          <a:prstGeom prst="rect">
            <a:avLst/>
          </a:prstGeom>
          <a:noFill/>
          <a:ln>
            <a:noFill/>
          </a:ln>
        </p:spPr>
      </p:pic>
      <p:sp>
        <p:nvSpPr>
          <p:cNvPr id="119" name="Google Shape;119;p71"/>
          <p:cNvSpPr txBox="1"/>
          <p:nvPr>
            <p:ph idx="11" type="ftr"/>
          </p:nvPr>
        </p:nvSpPr>
        <p:spPr>
          <a:xfrm>
            <a:off x="1671799" y="54000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71"/>
          <p:cNvSpPr txBox="1"/>
          <p:nvPr>
            <p:ph idx="12" type="sldNum"/>
          </p:nvPr>
        </p:nvSpPr>
        <p:spPr>
          <a:xfrm>
            <a:off x="8336226" y="5400000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with Image (Light) - Right" showMasterSp="0">
  <p:cSld name="Cover Title with Image (Light) - Right"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Google Shape;122;p72"/>
          <p:cNvGrpSpPr/>
          <p:nvPr/>
        </p:nvGrpSpPr>
        <p:grpSpPr>
          <a:xfrm>
            <a:off x="1770007" y="387182"/>
            <a:ext cx="851011" cy="219091"/>
            <a:chOff x="4767702" y="-472136"/>
            <a:chExt cx="745525" cy="191931"/>
          </a:xfrm>
        </p:grpSpPr>
        <p:sp>
          <p:nvSpPr>
            <p:cNvPr id="123" name="Google Shape;123;p72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124" name="Google Shape;124;p72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125" name="Google Shape;125;p72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126" name="Google Shape;126;p72"/>
          <p:cNvSpPr txBox="1"/>
          <p:nvPr>
            <p:ph type="title"/>
          </p:nvPr>
        </p:nvSpPr>
        <p:spPr>
          <a:xfrm>
            <a:off x="339360" y="1446020"/>
            <a:ext cx="3712306" cy="1242315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Verdana"/>
              <a:buNone/>
              <a:defRPr sz="3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72"/>
          <p:cNvSpPr txBox="1"/>
          <p:nvPr>
            <p:ph idx="1" type="body"/>
          </p:nvPr>
        </p:nvSpPr>
        <p:spPr>
          <a:xfrm>
            <a:off x="339360" y="2818617"/>
            <a:ext cx="3712306" cy="4034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None/>
              <a:defRPr b="0" i="1" sz="20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Arial"/>
              <a:buNone/>
              <a:defRPr b="0" i="1" sz="20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8" name="Google Shape;128;p72"/>
          <p:cNvSpPr txBox="1"/>
          <p:nvPr>
            <p:ph idx="2" type="body"/>
          </p:nvPr>
        </p:nvSpPr>
        <p:spPr>
          <a:xfrm>
            <a:off x="339360" y="3240373"/>
            <a:ext cx="3712306" cy="577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048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Char char="•"/>
              <a:defRPr b="0" i="0" sz="12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9" name="Google Shape;129;p72"/>
          <p:cNvSpPr/>
          <p:nvPr>
            <p:ph idx="3" type="pic"/>
          </p:nvPr>
        </p:nvSpPr>
        <p:spPr>
          <a:xfrm>
            <a:off x="4362864" y="0"/>
            <a:ext cx="4781136" cy="51435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130" name="Google Shape;130;p72"/>
          <p:cNvCxnSpPr/>
          <p:nvPr/>
        </p:nvCxnSpPr>
        <p:spPr>
          <a:xfrm rot="10800000">
            <a:off x="9270962" y="160020"/>
            <a:ext cx="476243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1" name="Google Shape;131;p72"/>
          <p:cNvSpPr txBox="1"/>
          <p:nvPr/>
        </p:nvSpPr>
        <p:spPr>
          <a:xfrm>
            <a:off x="9992750" y="45636"/>
            <a:ext cx="1786192" cy="567847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Add Alt Text or mark as decorative: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Right click on the image and select “View Alt Text”.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in the blank field that appears on the right of the slide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If Alt Text isn’t relevant, tick the box to “Mark element as decorative”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32" name="Google Shape;132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60204" y="2514968"/>
            <a:ext cx="307086" cy="62204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33" name="Google Shape;133;p72"/>
          <p:cNvCxnSpPr/>
          <p:nvPr/>
        </p:nvCxnSpPr>
        <p:spPr>
          <a:xfrm rot="10800000">
            <a:off x="2243440" y="5236845"/>
            <a:ext cx="0" cy="325344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34" name="Google Shape;134;p72"/>
          <p:cNvSpPr txBox="1"/>
          <p:nvPr/>
        </p:nvSpPr>
        <p:spPr>
          <a:xfrm>
            <a:off x="2390568" y="5618210"/>
            <a:ext cx="5802084" cy="769441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change date format: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Go to the “Insert” tab in the top ribbon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“Header &amp; Footer”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Choose the desired date format from the dropdown and save your changes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text, design&#10;&#10;Description automatically generated" id="135" name="Google Shape;135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16503" y="5631571"/>
            <a:ext cx="522697" cy="733227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72"/>
          <p:cNvSpPr/>
          <p:nvPr>
            <p:ph idx="4" type="dgm"/>
          </p:nvPr>
        </p:nvSpPr>
        <p:spPr>
          <a:xfrm>
            <a:off x="2144347" y="1322814"/>
            <a:ext cx="102332" cy="1016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37" name="Google Shape;137;p72"/>
          <p:cNvSpPr/>
          <p:nvPr>
            <p:ph idx="5" type="dgm"/>
          </p:nvPr>
        </p:nvSpPr>
        <p:spPr>
          <a:xfrm>
            <a:off x="2144347" y="3877313"/>
            <a:ext cx="102332" cy="10160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38" name="Google Shape;138;p72"/>
          <p:cNvSpPr txBox="1"/>
          <p:nvPr>
            <p:ph idx="10" type="dt"/>
          </p:nvPr>
        </p:nvSpPr>
        <p:spPr>
          <a:xfrm>
            <a:off x="1382021" y="48273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9" name="Google Shape;139;p72"/>
          <p:cNvSpPr txBox="1"/>
          <p:nvPr>
            <p:ph idx="11" type="ftr"/>
          </p:nvPr>
        </p:nvSpPr>
        <p:spPr>
          <a:xfrm>
            <a:off x="1671799" y="65425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0" name="Google Shape;140;p72"/>
          <p:cNvSpPr txBox="1"/>
          <p:nvPr>
            <p:ph idx="12" type="sldNum"/>
          </p:nvPr>
        </p:nvSpPr>
        <p:spPr>
          <a:xfrm>
            <a:off x="8336226" y="6542500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Title with Image (Dark) - Right" showMasterSp="0">
  <p:cSld name="Cover Title with Image (Dark) - Right">
    <p:bg>
      <p:bgPr>
        <a:solidFill>
          <a:schemeClr val="accent1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oogle Shape;142;p73"/>
          <p:cNvGrpSpPr/>
          <p:nvPr/>
        </p:nvGrpSpPr>
        <p:grpSpPr>
          <a:xfrm>
            <a:off x="1770007" y="387182"/>
            <a:ext cx="851011" cy="219091"/>
            <a:chOff x="4767702" y="-472136"/>
            <a:chExt cx="745525" cy="191931"/>
          </a:xfrm>
        </p:grpSpPr>
        <p:sp>
          <p:nvSpPr>
            <p:cNvPr id="143" name="Google Shape;143;p73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144" name="Google Shape;144;p73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145" name="Google Shape;145;p73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146" name="Google Shape;146;p73"/>
          <p:cNvSpPr/>
          <p:nvPr>
            <p:ph idx="2" type="pic"/>
          </p:nvPr>
        </p:nvSpPr>
        <p:spPr>
          <a:xfrm>
            <a:off x="4362864" y="0"/>
            <a:ext cx="4781136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47" name="Google Shape;147;p73"/>
          <p:cNvSpPr/>
          <p:nvPr>
            <p:ph idx="3" type="dgm"/>
          </p:nvPr>
        </p:nvSpPr>
        <p:spPr>
          <a:xfrm>
            <a:off x="2144347" y="1322814"/>
            <a:ext cx="102332" cy="10160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48" name="Google Shape;148;p73"/>
          <p:cNvSpPr/>
          <p:nvPr>
            <p:ph idx="4" type="dgm"/>
          </p:nvPr>
        </p:nvSpPr>
        <p:spPr>
          <a:xfrm>
            <a:off x="2144347" y="3877313"/>
            <a:ext cx="102332" cy="101605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49" name="Google Shape;149;p73"/>
          <p:cNvSpPr txBox="1"/>
          <p:nvPr>
            <p:ph idx="1" type="body"/>
          </p:nvPr>
        </p:nvSpPr>
        <p:spPr>
          <a:xfrm>
            <a:off x="339360" y="2818617"/>
            <a:ext cx="3712306" cy="4034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000"/>
              <a:buNone/>
              <a:defRPr b="0" i="1" sz="20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000"/>
              <a:buFont typeface="Arial"/>
              <a:buNone/>
              <a:defRPr b="0" i="1" sz="20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0" name="Google Shape;150;p73"/>
          <p:cNvSpPr txBox="1"/>
          <p:nvPr>
            <p:ph idx="5" type="body"/>
          </p:nvPr>
        </p:nvSpPr>
        <p:spPr>
          <a:xfrm>
            <a:off x="339360" y="3240373"/>
            <a:ext cx="3712306" cy="577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048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Char char="•"/>
              <a:defRPr b="0" i="0" sz="12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1" name="Google Shape;151;p73"/>
          <p:cNvSpPr txBox="1"/>
          <p:nvPr>
            <p:ph idx="10" type="dt"/>
          </p:nvPr>
        </p:nvSpPr>
        <p:spPr>
          <a:xfrm>
            <a:off x="1382021" y="48273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152" name="Google Shape;152;p73"/>
          <p:cNvCxnSpPr/>
          <p:nvPr/>
        </p:nvCxnSpPr>
        <p:spPr>
          <a:xfrm rot="10800000">
            <a:off x="9270962" y="160020"/>
            <a:ext cx="476243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53" name="Google Shape;153;p73"/>
          <p:cNvSpPr txBox="1"/>
          <p:nvPr/>
        </p:nvSpPr>
        <p:spPr>
          <a:xfrm>
            <a:off x="9992750" y="45636"/>
            <a:ext cx="1786192" cy="567847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Add Alt Text or mark as decorative: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Right click on the image and select “View Alt Text”.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in the blank field that appears on the right of the slide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If Alt Text isn’t relevant, tick the box to “Mark element as decorative”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4" name="Google Shape;154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260204" y="2514968"/>
            <a:ext cx="307086" cy="622046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55" name="Google Shape;155;p73"/>
          <p:cNvCxnSpPr/>
          <p:nvPr/>
        </p:nvCxnSpPr>
        <p:spPr>
          <a:xfrm rot="10800000">
            <a:off x="2243440" y="5236845"/>
            <a:ext cx="0" cy="325344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56" name="Google Shape;156;p73"/>
          <p:cNvSpPr txBox="1"/>
          <p:nvPr/>
        </p:nvSpPr>
        <p:spPr>
          <a:xfrm>
            <a:off x="2390568" y="5618210"/>
            <a:ext cx="5802084" cy="769441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change date format: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Go to the “Insert” tab in the top ribbon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“Header &amp; Footer”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Choose the desired date format from the dropdown and save your changes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picture containing text, design&#10;&#10;Description automatically generated" id="157" name="Google Shape;157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16503" y="5631571"/>
            <a:ext cx="522697" cy="733227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73"/>
          <p:cNvSpPr txBox="1"/>
          <p:nvPr>
            <p:ph idx="11" type="ftr"/>
          </p:nvPr>
        </p:nvSpPr>
        <p:spPr>
          <a:xfrm>
            <a:off x="1671799" y="65425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9" name="Google Shape;159;p73"/>
          <p:cNvSpPr txBox="1"/>
          <p:nvPr>
            <p:ph idx="12" type="sldNum"/>
          </p:nvPr>
        </p:nvSpPr>
        <p:spPr>
          <a:xfrm>
            <a:off x="8336226" y="6542500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60" name="Google Shape;160;p73"/>
          <p:cNvSpPr txBox="1"/>
          <p:nvPr>
            <p:ph type="title"/>
          </p:nvPr>
        </p:nvSpPr>
        <p:spPr>
          <a:xfrm>
            <a:off x="331200" y="1483365"/>
            <a:ext cx="3712306" cy="1180404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Verdana"/>
              <a:buNone/>
              <a:defRPr sz="30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with Visual">
  <p:cSld name="Table of Contents with Visual">
    <p:bg>
      <p:bgPr>
        <a:solidFill>
          <a:schemeClr val="lt1"/>
        </a:solid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74"/>
          <p:cNvSpPr txBox="1"/>
          <p:nvPr>
            <p:ph type="title"/>
          </p:nvPr>
        </p:nvSpPr>
        <p:spPr>
          <a:xfrm>
            <a:off x="331200" y="289130"/>
            <a:ext cx="3548792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3" name="Google Shape;163;p74"/>
          <p:cNvSpPr txBox="1"/>
          <p:nvPr>
            <p:ph idx="1" type="body"/>
          </p:nvPr>
        </p:nvSpPr>
        <p:spPr>
          <a:xfrm>
            <a:off x="331523" y="1470113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4" name="Google Shape;164;p74"/>
          <p:cNvSpPr txBox="1"/>
          <p:nvPr>
            <p:ph idx="2" type="body"/>
          </p:nvPr>
        </p:nvSpPr>
        <p:spPr>
          <a:xfrm>
            <a:off x="892771" y="1468492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5" name="Google Shape;165;p74"/>
          <p:cNvSpPr txBox="1"/>
          <p:nvPr>
            <p:ph idx="3" type="body"/>
          </p:nvPr>
        </p:nvSpPr>
        <p:spPr>
          <a:xfrm>
            <a:off x="893659" y="1733550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1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6" name="Google Shape;166;p74"/>
          <p:cNvSpPr txBox="1"/>
          <p:nvPr>
            <p:ph idx="4" type="body"/>
          </p:nvPr>
        </p:nvSpPr>
        <p:spPr>
          <a:xfrm>
            <a:off x="331523" y="2064574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74"/>
          <p:cNvSpPr txBox="1"/>
          <p:nvPr>
            <p:ph idx="5" type="body"/>
          </p:nvPr>
        </p:nvSpPr>
        <p:spPr>
          <a:xfrm>
            <a:off x="892771" y="2062953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8" name="Google Shape;168;p74"/>
          <p:cNvSpPr txBox="1"/>
          <p:nvPr>
            <p:ph idx="6" type="body"/>
          </p:nvPr>
        </p:nvSpPr>
        <p:spPr>
          <a:xfrm>
            <a:off x="893659" y="2328011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1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9" name="Google Shape;169;p74"/>
          <p:cNvSpPr txBox="1"/>
          <p:nvPr>
            <p:ph idx="7" type="body"/>
          </p:nvPr>
        </p:nvSpPr>
        <p:spPr>
          <a:xfrm>
            <a:off x="331523" y="2659035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74"/>
          <p:cNvSpPr txBox="1"/>
          <p:nvPr>
            <p:ph idx="8" type="body"/>
          </p:nvPr>
        </p:nvSpPr>
        <p:spPr>
          <a:xfrm>
            <a:off x="892771" y="2657414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1" name="Google Shape;171;p74"/>
          <p:cNvSpPr txBox="1"/>
          <p:nvPr>
            <p:ph idx="9" type="body"/>
          </p:nvPr>
        </p:nvSpPr>
        <p:spPr>
          <a:xfrm>
            <a:off x="893659" y="2922472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1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2" name="Google Shape;172;p74"/>
          <p:cNvSpPr txBox="1"/>
          <p:nvPr>
            <p:ph idx="13" type="body"/>
          </p:nvPr>
        </p:nvSpPr>
        <p:spPr>
          <a:xfrm>
            <a:off x="331523" y="3254827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3" name="Google Shape;173;p74"/>
          <p:cNvSpPr txBox="1"/>
          <p:nvPr>
            <p:ph idx="14" type="body"/>
          </p:nvPr>
        </p:nvSpPr>
        <p:spPr>
          <a:xfrm>
            <a:off x="892771" y="3253206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4" name="Google Shape;174;p74"/>
          <p:cNvSpPr txBox="1"/>
          <p:nvPr>
            <p:ph idx="15" type="body"/>
          </p:nvPr>
        </p:nvSpPr>
        <p:spPr>
          <a:xfrm>
            <a:off x="893659" y="3518264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1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5" name="Google Shape;175;p74"/>
          <p:cNvSpPr txBox="1"/>
          <p:nvPr>
            <p:ph idx="16" type="body"/>
          </p:nvPr>
        </p:nvSpPr>
        <p:spPr>
          <a:xfrm>
            <a:off x="331523" y="3848578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6" name="Google Shape;176;p74"/>
          <p:cNvSpPr txBox="1"/>
          <p:nvPr>
            <p:ph idx="17" type="body"/>
          </p:nvPr>
        </p:nvSpPr>
        <p:spPr>
          <a:xfrm>
            <a:off x="892771" y="3846957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7" name="Google Shape;177;p74"/>
          <p:cNvSpPr txBox="1"/>
          <p:nvPr>
            <p:ph idx="18" type="body"/>
          </p:nvPr>
        </p:nvSpPr>
        <p:spPr>
          <a:xfrm>
            <a:off x="893659" y="4112015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1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8" name="Google Shape;178;p74"/>
          <p:cNvSpPr/>
          <p:nvPr>
            <p:ph idx="19" type="pic"/>
          </p:nvPr>
        </p:nvSpPr>
        <p:spPr>
          <a:xfrm>
            <a:off x="4052777" y="532799"/>
            <a:ext cx="4756746" cy="4132943"/>
          </a:xfrm>
          <a:prstGeom prst="rect">
            <a:avLst/>
          </a:prstGeom>
          <a:noFill/>
          <a:ln>
            <a:noFill/>
          </a:ln>
        </p:spPr>
      </p:sp>
      <p:sp>
        <p:nvSpPr>
          <p:cNvPr id="179" name="Google Shape;179;p74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0" name="Google Shape;180;p74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74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82" name="Google Shape;182;p74"/>
          <p:cNvCxnSpPr/>
          <p:nvPr/>
        </p:nvCxnSpPr>
        <p:spPr>
          <a:xfrm rot="10800000">
            <a:off x="9179892" y="815209"/>
            <a:ext cx="604188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83" name="Google Shape;183;p74"/>
          <p:cNvSpPr txBox="1"/>
          <p:nvPr/>
        </p:nvSpPr>
        <p:spPr>
          <a:xfrm>
            <a:off x="9842871" y="679025"/>
            <a:ext cx="1786192" cy="567847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Add Alt Text or mark as decorative: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Right click on the image and select “View Alt Text”.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in the blank field that appears on the right of the slide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If Alt Text isn’t relevant, tick the box to “Mark element as decorative”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184" name="Google Shape;184;p74"/>
          <p:cNvCxnSpPr/>
          <p:nvPr/>
        </p:nvCxnSpPr>
        <p:spPr>
          <a:xfrm rot="10800000">
            <a:off x="3912767" y="5181600"/>
            <a:ext cx="0" cy="307188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185" name="Google Shape;185;p74"/>
          <p:cNvSpPr txBox="1"/>
          <p:nvPr/>
        </p:nvSpPr>
        <p:spPr>
          <a:xfrm>
            <a:off x="-32541" y="5633568"/>
            <a:ext cx="5842075" cy="1107996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insert all footers: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“Insert” from the top ribbon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Then click on “Header &amp; footer”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the footer text in field below “Footer”, as shown in the screenshot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“Apply to all”.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85750" lvl="0" marL="2857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The footer on all slides will be updated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6" name="Google Shape;186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956179" y="5633568"/>
            <a:ext cx="563149" cy="878854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74"/>
          <p:cNvPicPr preferRelativeResize="0"/>
          <p:nvPr/>
        </p:nvPicPr>
        <p:blipFill rotWithShape="1">
          <a:blip r:embed="rId3">
            <a:alphaModFix/>
          </a:blip>
          <a:srcRect b="25030" l="4378" r="23224" t="63775"/>
          <a:stretch/>
        </p:blipFill>
        <p:spPr>
          <a:xfrm>
            <a:off x="5956179" y="6596487"/>
            <a:ext cx="4912937" cy="52939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7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0110325" y="3140983"/>
            <a:ext cx="307086" cy="6220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 Large">
  <p:cSld name="Table of Contents Large">
    <p:bg>
      <p:bgPr>
        <a:solidFill>
          <a:schemeClr val="lt1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75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1" name="Google Shape;191;p75"/>
          <p:cNvSpPr txBox="1"/>
          <p:nvPr>
            <p:ph idx="1" type="body"/>
          </p:nvPr>
        </p:nvSpPr>
        <p:spPr>
          <a:xfrm>
            <a:off x="857303" y="1470113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2" name="Google Shape;192;p75"/>
          <p:cNvSpPr txBox="1"/>
          <p:nvPr>
            <p:ph idx="2" type="body"/>
          </p:nvPr>
        </p:nvSpPr>
        <p:spPr>
          <a:xfrm>
            <a:off x="1418551" y="1468492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3" name="Google Shape;193;p75"/>
          <p:cNvSpPr txBox="1"/>
          <p:nvPr>
            <p:ph idx="3" type="body"/>
          </p:nvPr>
        </p:nvSpPr>
        <p:spPr>
          <a:xfrm>
            <a:off x="1419439" y="1733550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4" name="Google Shape;194;p75"/>
          <p:cNvSpPr txBox="1"/>
          <p:nvPr>
            <p:ph idx="4" type="body"/>
          </p:nvPr>
        </p:nvSpPr>
        <p:spPr>
          <a:xfrm>
            <a:off x="857303" y="2064661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5" name="Google Shape;195;p75"/>
          <p:cNvSpPr txBox="1"/>
          <p:nvPr>
            <p:ph idx="5" type="body"/>
          </p:nvPr>
        </p:nvSpPr>
        <p:spPr>
          <a:xfrm>
            <a:off x="1418551" y="2063040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6" name="Google Shape;196;p75"/>
          <p:cNvSpPr txBox="1"/>
          <p:nvPr>
            <p:ph idx="6" type="body"/>
          </p:nvPr>
        </p:nvSpPr>
        <p:spPr>
          <a:xfrm>
            <a:off x="1419439" y="2328098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7" name="Google Shape;197;p75"/>
          <p:cNvSpPr txBox="1"/>
          <p:nvPr>
            <p:ph idx="7" type="body"/>
          </p:nvPr>
        </p:nvSpPr>
        <p:spPr>
          <a:xfrm>
            <a:off x="857303" y="2659209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8" name="Google Shape;198;p75"/>
          <p:cNvSpPr txBox="1"/>
          <p:nvPr>
            <p:ph idx="8" type="body"/>
          </p:nvPr>
        </p:nvSpPr>
        <p:spPr>
          <a:xfrm>
            <a:off x="1418551" y="2657588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9" name="Google Shape;199;p75"/>
          <p:cNvSpPr txBox="1"/>
          <p:nvPr>
            <p:ph idx="9" type="body"/>
          </p:nvPr>
        </p:nvSpPr>
        <p:spPr>
          <a:xfrm>
            <a:off x="1419439" y="2922646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0" name="Google Shape;200;p75"/>
          <p:cNvSpPr txBox="1"/>
          <p:nvPr>
            <p:ph idx="13" type="body"/>
          </p:nvPr>
        </p:nvSpPr>
        <p:spPr>
          <a:xfrm>
            <a:off x="857303" y="3253757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1" name="Google Shape;201;p75"/>
          <p:cNvSpPr txBox="1"/>
          <p:nvPr>
            <p:ph idx="14" type="body"/>
          </p:nvPr>
        </p:nvSpPr>
        <p:spPr>
          <a:xfrm>
            <a:off x="1418551" y="3252136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2" name="Google Shape;202;p75"/>
          <p:cNvSpPr txBox="1"/>
          <p:nvPr>
            <p:ph idx="15" type="body"/>
          </p:nvPr>
        </p:nvSpPr>
        <p:spPr>
          <a:xfrm>
            <a:off x="1419439" y="3517194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3" name="Google Shape;203;p75"/>
          <p:cNvSpPr txBox="1"/>
          <p:nvPr>
            <p:ph idx="16" type="body"/>
          </p:nvPr>
        </p:nvSpPr>
        <p:spPr>
          <a:xfrm>
            <a:off x="857303" y="3848304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4" name="Google Shape;204;p75"/>
          <p:cNvSpPr txBox="1"/>
          <p:nvPr>
            <p:ph idx="17" type="body"/>
          </p:nvPr>
        </p:nvSpPr>
        <p:spPr>
          <a:xfrm>
            <a:off x="1418551" y="3846683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5" name="Google Shape;205;p75"/>
          <p:cNvSpPr txBox="1"/>
          <p:nvPr>
            <p:ph idx="18" type="body"/>
          </p:nvPr>
        </p:nvSpPr>
        <p:spPr>
          <a:xfrm>
            <a:off x="1419439" y="4111741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6" name="Google Shape;206;p75"/>
          <p:cNvSpPr txBox="1"/>
          <p:nvPr>
            <p:ph idx="19" type="body"/>
          </p:nvPr>
        </p:nvSpPr>
        <p:spPr>
          <a:xfrm>
            <a:off x="4970112" y="1470113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7" name="Google Shape;207;p75"/>
          <p:cNvSpPr txBox="1"/>
          <p:nvPr>
            <p:ph idx="20" type="body"/>
          </p:nvPr>
        </p:nvSpPr>
        <p:spPr>
          <a:xfrm>
            <a:off x="5531360" y="1468492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8" name="Google Shape;208;p75"/>
          <p:cNvSpPr txBox="1"/>
          <p:nvPr>
            <p:ph idx="21" type="body"/>
          </p:nvPr>
        </p:nvSpPr>
        <p:spPr>
          <a:xfrm>
            <a:off x="5532248" y="1733550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9" name="Google Shape;209;p75"/>
          <p:cNvSpPr txBox="1"/>
          <p:nvPr>
            <p:ph idx="22" type="body"/>
          </p:nvPr>
        </p:nvSpPr>
        <p:spPr>
          <a:xfrm>
            <a:off x="4970112" y="2064661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0" name="Google Shape;210;p75"/>
          <p:cNvSpPr txBox="1"/>
          <p:nvPr>
            <p:ph idx="23" type="body"/>
          </p:nvPr>
        </p:nvSpPr>
        <p:spPr>
          <a:xfrm>
            <a:off x="5531360" y="2063040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1" name="Google Shape;211;p75"/>
          <p:cNvSpPr txBox="1"/>
          <p:nvPr>
            <p:ph idx="24" type="body"/>
          </p:nvPr>
        </p:nvSpPr>
        <p:spPr>
          <a:xfrm>
            <a:off x="5532248" y="2328098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2" name="Google Shape;212;p75"/>
          <p:cNvSpPr txBox="1"/>
          <p:nvPr>
            <p:ph idx="25" type="body"/>
          </p:nvPr>
        </p:nvSpPr>
        <p:spPr>
          <a:xfrm>
            <a:off x="4970112" y="2659209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3" name="Google Shape;213;p75"/>
          <p:cNvSpPr txBox="1"/>
          <p:nvPr>
            <p:ph idx="26" type="body"/>
          </p:nvPr>
        </p:nvSpPr>
        <p:spPr>
          <a:xfrm>
            <a:off x="5531360" y="2657588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4" name="Google Shape;214;p75"/>
          <p:cNvSpPr txBox="1"/>
          <p:nvPr>
            <p:ph idx="27" type="body"/>
          </p:nvPr>
        </p:nvSpPr>
        <p:spPr>
          <a:xfrm>
            <a:off x="5532248" y="2922646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5" name="Google Shape;215;p75"/>
          <p:cNvSpPr txBox="1"/>
          <p:nvPr>
            <p:ph idx="28" type="body"/>
          </p:nvPr>
        </p:nvSpPr>
        <p:spPr>
          <a:xfrm>
            <a:off x="4970112" y="3253757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6" name="Google Shape;216;p75"/>
          <p:cNvSpPr txBox="1"/>
          <p:nvPr>
            <p:ph idx="29" type="body"/>
          </p:nvPr>
        </p:nvSpPr>
        <p:spPr>
          <a:xfrm>
            <a:off x="5531360" y="3252136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7" name="Google Shape;217;p75"/>
          <p:cNvSpPr txBox="1"/>
          <p:nvPr>
            <p:ph idx="30" type="body"/>
          </p:nvPr>
        </p:nvSpPr>
        <p:spPr>
          <a:xfrm>
            <a:off x="5532248" y="3517194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8" name="Google Shape;218;p75"/>
          <p:cNvSpPr txBox="1"/>
          <p:nvPr>
            <p:ph idx="31" type="body"/>
          </p:nvPr>
        </p:nvSpPr>
        <p:spPr>
          <a:xfrm>
            <a:off x="4970112" y="3848304"/>
            <a:ext cx="388464" cy="4224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305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655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700"/>
              <a:buChar char="•"/>
              <a:defRPr b="0" i="0" sz="17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305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00"/>
              <a:buChar char="•"/>
              <a:defRPr b="0" i="0" sz="7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9" name="Google Shape;219;p75"/>
          <p:cNvSpPr txBox="1"/>
          <p:nvPr>
            <p:ph idx="32" type="body"/>
          </p:nvPr>
        </p:nvSpPr>
        <p:spPr>
          <a:xfrm>
            <a:off x="5531360" y="3846683"/>
            <a:ext cx="2987221" cy="24248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0" i="0" sz="20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2000"/>
              <a:buFont typeface="Arial"/>
              <a:buNone/>
              <a:defRPr b="0" i="0" sz="20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302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302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600"/>
              <a:buChar char="•"/>
              <a:defRPr b="0" i="0" sz="16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0" name="Google Shape;220;p75"/>
          <p:cNvSpPr txBox="1"/>
          <p:nvPr>
            <p:ph idx="33" type="body"/>
          </p:nvPr>
        </p:nvSpPr>
        <p:spPr>
          <a:xfrm>
            <a:off x="5532248" y="4111741"/>
            <a:ext cx="2987221" cy="15443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9400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800"/>
              <a:buChar char="•"/>
              <a:defRPr b="0" i="0" sz="8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1" name="Google Shape;221;p75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2" name="Google Shape;222;p75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75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pter (Light)" showMasterSp="0">
  <p:cSld name="Chapter (Light)"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76"/>
          <p:cNvSpPr txBox="1"/>
          <p:nvPr>
            <p:ph type="title"/>
          </p:nvPr>
        </p:nvSpPr>
        <p:spPr>
          <a:xfrm>
            <a:off x="2009317" y="2278105"/>
            <a:ext cx="4888011" cy="3200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erdana"/>
              <a:buNone/>
              <a:defRPr b="1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26" name="Google Shape;22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24222" y="3119437"/>
            <a:ext cx="953453" cy="942975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76"/>
          <p:cNvSpPr txBox="1"/>
          <p:nvPr>
            <p:ph idx="1" type="body"/>
          </p:nvPr>
        </p:nvSpPr>
        <p:spPr>
          <a:xfrm>
            <a:off x="868680" y="2265747"/>
            <a:ext cx="838579" cy="33239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8" name="Google Shape;228;p76"/>
          <p:cNvSpPr txBox="1"/>
          <p:nvPr>
            <p:ph idx="2" type="body"/>
          </p:nvPr>
        </p:nvSpPr>
        <p:spPr>
          <a:xfrm>
            <a:off x="2009318" y="266561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Font typeface="Arial"/>
              <a:buNone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29" name="Google Shape;229;p76"/>
          <p:cNvSpPr txBox="1"/>
          <p:nvPr>
            <p:ph idx="3" type="body"/>
          </p:nvPr>
        </p:nvSpPr>
        <p:spPr>
          <a:xfrm>
            <a:off x="2009318" y="298565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b="0" i="1" sz="14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0" name="Google Shape;230;p76"/>
          <p:cNvSpPr txBox="1"/>
          <p:nvPr>
            <p:ph idx="12" type="sldNum"/>
          </p:nvPr>
        </p:nvSpPr>
        <p:spPr>
          <a:xfrm>
            <a:off x="8336226" y="5385122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1" name="Google Shape;231;p76"/>
          <p:cNvSpPr txBox="1"/>
          <p:nvPr>
            <p:ph idx="10" type="dt"/>
          </p:nvPr>
        </p:nvSpPr>
        <p:spPr>
          <a:xfrm>
            <a:off x="6548724" y="54242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2" name="Google Shape;232;p76"/>
          <p:cNvSpPr txBox="1"/>
          <p:nvPr>
            <p:ph idx="11" type="ftr"/>
          </p:nvPr>
        </p:nvSpPr>
        <p:spPr>
          <a:xfrm>
            <a:off x="1671799" y="54275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pter (Light) Option 2" showMasterSp="0">
  <p:cSld name="Chapter (Light) Option 2">
    <p:bg>
      <p:bgPr>
        <a:solidFill>
          <a:schemeClr val="lt1"/>
        </a:solidFill>
      </p:bgPr>
    </p:bg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77"/>
          <p:cNvSpPr txBox="1"/>
          <p:nvPr>
            <p:ph idx="1" type="body"/>
          </p:nvPr>
        </p:nvSpPr>
        <p:spPr>
          <a:xfrm>
            <a:off x="868680" y="2265747"/>
            <a:ext cx="838579" cy="3323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5" name="Google Shape;235;p77"/>
          <p:cNvSpPr txBox="1"/>
          <p:nvPr>
            <p:ph type="title"/>
          </p:nvPr>
        </p:nvSpPr>
        <p:spPr>
          <a:xfrm>
            <a:off x="2009317" y="2278105"/>
            <a:ext cx="4888011" cy="3200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erdana"/>
              <a:buNone/>
              <a:defRPr b="1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6" name="Google Shape;236;p77"/>
          <p:cNvSpPr txBox="1"/>
          <p:nvPr>
            <p:ph idx="2" type="body"/>
          </p:nvPr>
        </p:nvSpPr>
        <p:spPr>
          <a:xfrm>
            <a:off x="2009318" y="298565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b="0" i="1" sz="14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37" name="Google Shape;237;p77"/>
          <p:cNvSpPr txBox="1"/>
          <p:nvPr>
            <p:ph idx="3" type="body"/>
          </p:nvPr>
        </p:nvSpPr>
        <p:spPr>
          <a:xfrm>
            <a:off x="2009318" y="266561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38" name="Google Shape;238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662009" y="723299"/>
            <a:ext cx="953453" cy="942975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77"/>
          <p:cNvSpPr txBox="1"/>
          <p:nvPr>
            <p:ph idx="12" type="sldNum"/>
          </p:nvPr>
        </p:nvSpPr>
        <p:spPr>
          <a:xfrm>
            <a:off x="8336226" y="5385122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0" name="Google Shape;240;p77"/>
          <p:cNvSpPr txBox="1"/>
          <p:nvPr>
            <p:ph idx="10" type="dt"/>
          </p:nvPr>
        </p:nvSpPr>
        <p:spPr>
          <a:xfrm>
            <a:off x="6548724" y="54242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1" name="Google Shape;241;p77"/>
          <p:cNvSpPr txBox="1"/>
          <p:nvPr>
            <p:ph idx="11" type="ftr"/>
          </p:nvPr>
        </p:nvSpPr>
        <p:spPr>
          <a:xfrm>
            <a:off x="1671799" y="54275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pter (Light) Option 3" showMasterSp="0">
  <p:cSld name="Chapter (Light) Option 3">
    <p:bg>
      <p:bgPr>
        <a:solidFill>
          <a:schemeClr val="lt1"/>
        </a:solidFill>
      </p:bgPr>
    </p:bg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78"/>
          <p:cNvSpPr txBox="1"/>
          <p:nvPr>
            <p:ph idx="1" type="body"/>
          </p:nvPr>
        </p:nvSpPr>
        <p:spPr>
          <a:xfrm>
            <a:off x="868680" y="2265747"/>
            <a:ext cx="838579" cy="3323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4" name="Google Shape;244;p78"/>
          <p:cNvSpPr txBox="1"/>
          <p:nvPr>
            <p:ph type="title"/>
          </p:nvPr>
        </p:nvSpPr>
        <p:spPr>
          <a:xfrm>
            <a:off x="2009317" y="2278105"/>
            <a:ext cx="4888011" cy="3200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erdana"/>
              <a:buNone/>
              <a:defRPr b="1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5" name="Google Shape;245;p78"/>
          <p:cNvSpPr txBox="1"/>
          <p:nvPr>
            <p:ph idx="2" type="body"/>
          </p:nvPr>
        </p:nvSpPr>
        <p:spPr>
          <a:xfrm>
            <a:off x="2009318" y="298565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b="0" i="1" sz="14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6" name="Google Shape;246;p78"/>
          <p:cNvSpPr txBox="1"/>
          <p:nvPr>
            <p:ph idx="3" type="body"/>
          </p:nvPr>
        </p:nvSpPr>
        <p:spPr>
          <a:xfrm>
            <a:off x="2009318" y="266561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b="0" i="0" sz="140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47" name="Google Shape;247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12455" y="3768442"/>
            <a:ext cx="953453" cy="942975"/>
          </a:xfrm>
          <a:prstGeom prst="rect">
            <a:avLst/>
          </a:prstGeom>
          <a:noFill/>
          <a:ln>
            <a:noFill/>
          </a:ln>
        </p:spPr>
      </p:pic>
      <p:sp>
        <p:nvSpPr>
          <p:cNvPr id="248" name="Google Shape;248;p78"/>
          <p:cNvSpPr txBox="1"/>
          <p:nvPr>
            <p:ph idx="12" type="sldNum"/>
          </p:nvPr>
        </p:nvSpPr>
        <p:spPr>
          <a:xfrm>
            <a:off x="8336226" y="5385122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9" name="Google Shape;249;p78"/>
          <p:cNvSpPr txBox="1"/>
          <p:nvPr>
            <p:ph idx="10" type="dt"/>
          </p:nvPr>
        </p:nvSpPr>
        <p:spPr>
          <a:xfrm>
            <a:off x="6548724" y="54242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78"/>
          <p:cNvSpPr txBox="1"/>
          <p:nvPr>
            <p:ph idx="11" type="ftr"/>
          </p:nvPr>
        </p:nvSpPr>
        <p:spPr>
          <a:xfrm>
            <a:off x="1671799" y="54275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pter (Dark)" showMasterSp="0">
  <p:cSld name="Chapter (Dark)">
    <p:bg>
      <p:bgPr>
        <a:solidFill>
          <a:srgbClr val="1E034A"/>
        </a:solidFill>
      </p:bgPr>
    </p:bg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79"/>
          <p:cNvSpPr txBox="1"/>
          <p:nvPr>
            <p:ph type="title"/>
          </p:nvPr>
        </p:nvSpPr>
        <p:spPr>
          <a:xfrm>
            <a:off x="2009317" y="2278105"/>
            <a:ext cx="4888011" cy="3200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Verdana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53" name="Google Shape;253;p7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124222" y="3119437"/>
            <a:ext cx="953453" cy="94297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79"/>
          <p:cNvSpPr txBox="1"/>
          <p:nvPr>
            <p:ph idx="1" type="body"/>
          </p:nvPr>
        </p:nvSpPr>
        <p:spPr>
          <a:xfrm>
            <a:off x="868680" y="2265747"/>
            <a:ext cx="838579" cy="3323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 b="1" sz="24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5" name="Google Shape;255;p79"/>
          <p:cNvSpPr txBox="1"/>
          <p:nvPr>
            <p:ph idx="2" type="body"/>
          </p:nvPr>
        </p:nvSpPr>
        <p:spPr>
          <a:xfrm>
            <a:off x="2009318" y="266561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6" name="Google Shape;256;p79"/>
          <p:cNvSpPr txBox="1"/>
          <p:nvPr>
            <p:ph idx="3" type="body"/>
          </p:nvPr>
        </p:nvSpPr>
        <p:spPr>
          <a:xfrm>
            <a:off x="2009318" y="298565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 b="0" i="1" sz="1400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57" name="Google Shape;257;p79"/>
          <p:cNvSpPr txBox="1"/>
          <p:nvPr>
            <p:ph idx="12" type="sldNum"/>
          </p:nvPr>
        </p:nvSpPr>
        <p:spPr>
          <a:xfrm>
            <a:off x="8336226" y="5385122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8" name="Google Shape;258;p79"/>
          <p:cNvSpPr txBox="1"/>
          <p:nvPr>
            <p:ph idx="10" type="dt"/>
          </p:nvPr>
        </p:nvSpPr>
        <p:spPr>
          <a:xfrm>
            <a:off x="6548724" y="54242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9" name="Google Shape;259;p79"/>
          <p:cNvSpPr txBox="1"/>
          <p:nvPr>
            <p:ph idx="11" type="ftr"/>
          </p:nvPr>
        </p:nvSpPr>
        <p:spPr>
          <a:xfrm>
            <a:off x="1671799" y="54275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pter (Dark) Option 2" showMasterSp="0">
  <p:cSld name="Chapter (Dark) Option 2">
    <p:bg>
      <p:bgPr>
        <a:solidFill>
          <a:srgbClr val="1E034A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80"/>
          <p:cNvSpPr txBox="1"/>
          <p:nvPr>
            <p:ph idx="1" type="body"/>
          </p:nvPr>
        </p:nvSpPr>
        <p:spPr>
          <a:xfrm>
            <a:off x="868680" y="2265747"/>
            <a:ext cx="838579" cy="3323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 b="1" sz="24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2" name="Google Shape;262;p80"/>
          <p:cNvSpPr txBox="1"/>
          <p:nvPr>
            <p:ph type="title"/>
          </p:nvPr>
        </p:nvSpPr>
        <p:spPr>
          <a:xfrm>
            <a:off x="2009317" y="2278105"/>
            <a:ext cx="4888011" cy="3200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Verdana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3" name="Google Shape;263;p80"/>
          <p:cNvSpPr txBox="1"/>
          <p:nvPr>
            <p:ph idx="2" type="body"/>
          </p:nvPr>
        </p:nvSpPr>
        <p:spPr>
          <a:xfrm>
            <a:off x="2009318" y="298565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 b="0" i="1" sz="1400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64" name="Google Shape;264;p80"/>
          <p:cNvSpPr txBox="1"/>
          <p:nvPr>
            <p:ph idx="3" type="body"/>
          </p:nvPr>
        </p:nvSpPr>
        <p:spPr>
          <a:xfrm>
            <a:off x="2009318" y="266561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65" name="Google Shape;265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662009" y="723299"/>
            <a:ext cx="953453" cy="942975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80"/>
          <p:cNvSpPr txBox="1"/>
          <p:nvPr>
            <p:ph idx="12" type="sldNum"/>
          </p:nvPr>
        </p:nvSpPr>
        <p:spPr>
          <a:xfrm>
            <a:off x="8336226" y="5385122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7" name="Google Shape;267;p80"/>
          <p:cNvSpPr txBox="1"/>
          <p:nvPr>
            <p:ph idx="10" type="dt"/>
          </p:nvPr>
        </p:nvSpPr>
        <p:spPr>
          <a:xfrm>
            <a:off x="6548724" y="54242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8" name="Google Shape;268;p80"/>
          <p:cNvSpPr txBox="1"/>
          <p:nvPr>
            <p:ph idx="11" type="ftr"/>
          </p:nvPr>
        </p:nvSpPr>
        <p:spPr>
          <a:xfrm>
            <a:off x="1671799" y="54275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hapter (Dark) Option 3" showMasterSp="0">
  <p:cSld name="Chapter (Dark) Option 3">
    <p:bg>
      <p:bgPr>
        <a:solidFill>
          <a:srgbClr val="1E034A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81"/>
          <p:cNvSpPr txBox="1"/>
          <p:nvPr>
            <p:ph idx="1" type="body"/>
          </p:nvPr>
        </p:nvSpPr>
        <p:spPr>
          <a:xfrm>
            <a:off x="868680" y="2265747"/>
            <a:ext cx="838579" cy="3323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None/>
              <a:defRPr b="1" sz="24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1" name="Google Shape;271;p81"/>
          <p:cNvSpPr txBox="1"/>
          <p:nvPr>
            <p:ph type="title"/>
          </p:nvPr>
        </p:nvSpPr>
        <p:spPr>
          <a:xfrm>
            <a:off x="2009317" y="2278105"/>
            <a:ext cx="4888011" cy="3200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Verdana"/>
              <a:buNone/>
              <a:defRPr b="1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2" name="Google Shape;272;p81"/>
          <p:cNvSpPr txBox="1"/>
          <p:nvPr>
            <p:ph idx="2" type="body"/>
          </p:nvPr>
        </p:nvSpPr>
        <p:spPr>
          <a:xfrm>
            <a:off x="2009318" y="298565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 b="0" i="1" sz="1400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73" name="Google Shape;273;p81"/>
          <p:cNvSpPr txBox="1"/>
          <p:nvPr>
            <p:ph idx="3" type="body"/>
          </p:nvPr>
        </p:nvSpPr>
        <p:spPr>
          <a:xfrm>
            <a:off x="2009318" y="2665618"/>
            <a:ext cx="4888011" cy="23656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1400"/>
              <a:buChar char="•"/>
              <a:defRPr b="0" i="0" sz="1400" cap="none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•"/>
              <a:defRPr i="1" sz="1400">
                <a:solidFill>
                  <a:schemeClr val="lt2"/>
                </a:solidFill>
              </a:defRPr>
            </a:lvl3pPr>
            <a:lvl4pPr indent="-276225" lvl="3" marL="1828800" algn="l">
              <a:lnSpc>
                <a:spcPct val="90000"/>
              </a:lnSpc>
              <a:spcBef>
                <a:spcPts val="300"/>
              </a:spcBef>
              <a:spcAft>
                <a:spcPts val="0"/>
              </a:spcAft>
              <a:buSzPts val="750"/>
              <a:buChar char="•"/>
              <a:defRPr sz="750" cap="non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74" name="Google Shape;274;p8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12455" y="3768442"/>
            <a:ext cx="953453" cy="942975"/>
          </a:xfrm>
          <a:prstGeom prst="rect">
            <a:avLst/>
          </a:prstGeom>
          <a:noFill/>
          <a:ln>
            <a:noFill/>
          </a:ln>
        </p:spPr>
      </p:pic>
      <p:sp>
        <p:nvSpPr>
          <p:cNvPr id="275" name="Google Shape;275;p81"/>
          <p:cNvSpPr txBox="1"/>
          <p:nvPr>
            <p:ph idx="12" type="sldNum"/>
          </p:nvPr>
        </p:nvSpPr>
        <p:spPr>
          <a:xfrm>
            <a:off x="8336226" y="5385122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6" name="Google Shape;276;p81"/>
          <p:cNvSpPr txBox="1"/>
          <p:nvPr>
            <p:ph idx="10" type="dt"/>
          </p:nvPr>
        </p:nvSpPr>
        <p:spPr>
          <a:xfrm>
            <a:off x="6548724" y="54242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7" name="Google Shape;277;p81"/>
          <p:cNvSpPr txBox="1"/>
          <p:nvPr>
            <p:ph idx="11" type="ftr"/>
          </p:nvPr>
        </p:nvSpPr>
        <p:spPr>
          <a:xfrm>
            <a:off x="1671799" y="54275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over Image" showMasterSp="0">
  <p:cSld name="Text over Image">
    <p:bg>
      <p:bgPr>
        <a:solidFill>
          <a:schemeClr val="accent1"/>
        </a:solid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82"/>
          <p:cNvSpPr txBox="1"/>
          <p:nvPr>
            <p:ph type="title"/>
          </p:nvPr>
        </p:nvSpPr>
        <p:spPr>
          <a:xfrm>
            <a:off x="5083918" y="1360133"/>
            <a:ext cx="3712306" cy="72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200"/>
              <a:buFont typeface="Verdana"/>
              <a:buNone/>
              <a:defRPr sz="22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0" name="Google Shape;280;p82"/>
          <p:cNvSpPr/>
          <p:nvPr>
            <p:ph idx="2" type="pic"/>
          </p:nvPr>
        </p:nvSpPr>
        <p:spPr>
          <a:xfrm>
            <a:off x="1" y="0"/>
            <a:ext cx="4781135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81" name="Google Shape;281;p82"/>
          <p:cNvSpPr txBox="1"/>
          <p:nvPr>
            <p:ph idx="1" type="body"/>
          </p:nvPr>
        </p:nvSpPr>
        <p:spPr>
          <a:xfrm>
            <a:off x="5083918" y="2186523"/>
            <a:ext cx="3712306" cy="1049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b="0" i="1" sz="3600">
                <a:solidFill>
                  <a:schemeClr val="l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600"/>
              <a:buFont typeface="Arial"/>
              <a:buNone/>
              <a:defRPr b="0" i="1" sz="36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2" name="Google Shape;282;p82"/>
          <p:cNvSpPr txBox="1"/>
          <p:nvPr>
            <p:ph idx="3" type="body"/>
          </p:nvPr>
        </p:nvSpPr>
        <p:spPr>
          <a:xfrm>
            <a:off x="5083918" y="3296919"/>
            <a:ext cx="3712306" cy="5328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 b="0" i="0" sz="1400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83" name="Google Shape;283;p82"/>
          <p:cNvGrpSpPr/>
          <p:nvPr/>
        </p:nvGrpSpPr>
        <p:grpSpPr>
          <a:xfrm>
            <a:off x="331191" y="4746707"/>
            <a:ext cx="804755" cy="207184"/>
            <a:chOff x="4767702" y="-472136"/>
            <a:chExt cx="745525" cy="191931"/>
          </a:xfrm>
        </p:grpSpPr>
        <p:sp>
          <p:nvSpPr>
            <p:cNvPr id="284" name="Google Shape;284;p82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285" name="Google Shape;285;p82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rgbClr val="7A00E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286" name="Google Shape;286;p82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rgbClr val="7A00E6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287" name="Google Shape;287;p82"/>
          <p:cNvSpPr txBox="1"/>
          <p:nvPr>
            <p:ph idx="10" type="dt"/>
          </p:nvPr>
        </p:nvSpPr>
        <p:spPr>
          <a:xfrm>
            <a:off x="6124176" y="48273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88" name="Google Shape;288;p82"/>
          <p:cNvCxnSpPr/>
          <p:nvPr/>
        </p:nvCxnSpPr>
        <p:spPr>
          <a:xfrm>
            <a:off x="-556260" y="160020"/>
            <a:ext cx="499007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289" name="Google Shape;289;p82"/>
          <p:cNvSpPr txBox="1"/>
          <p:nvPr/>
        </p:nvSpPr>
        <p:spPr>
          <a:xfrm>
            <a:off x="-2436695" y="45636"/>
            <a:ext cx="1786192" cy="567847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Add Alt Text or mark as decorative: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Right click on the image and select “View Alt Text”.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in the blank field that appears on the right of the slide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If Alt Text isn’t relevant, tick the box to “Mark element as decorative”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90" name="Google Shape;290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169241" y="2507594"/>
            <a:ext cx="307086" cy="622046"/>
          </a:xfrm>
          <a:prstGeom prst="rect">
            <a:avLst/>
          </a:prstGeom>
          <a:noFill/>
          <a:ln>
            <a:noFill/>
          </a:ln>
        </p:spPr>
      </p:pic>
      <p:sp>
        <p:nvSpPr>
          <p:cNvPr id="291" name="Google Shape;291;p82"/>
          <p:cNvSpPr txBox="1"/>
          <p:nvPr>
            <p:ph idx="12" type="sldNum"/>
          </p:nvPr>
        </p:nvSpPr>
        <p:spPr>
          <a:xfrm>
            <a:off x="8336226" y="5385122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2" name="Google Shape;292;p82"/>
          <p:cNvSpPr txBox="1"/>
          <p:nvPr>
            <p:ph idx="11" type="ftr"/>
          </p:nvPr>
        </p:nvSpPr>
        <p:spPr>
          <a:xfrm>
            <a:off x="1671799" y="54275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5.Emphasis2">
  <p:cSld name="05.Emphasis2"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83"/>
          <p:cNvSpPr txBox="1"/>
          <p:nvPr>
            <p:ph type="title"/>
          </p:nvPr>
        </p:nvSpPr>
        <p:spPr>
          <a:xfrm>
            <a:off x="725844" y="1337174"/>
            <a:ext cx="3712306" cy="72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Verdana"/>
              <a:buNone/>
              <a:defRPr sz="22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5" name="Google Shape;295;p83"/>
          <p:cNvSpPr txBox="1"/>
          <p:nvPr>
            <p:ph idx="1" type="body"/>
          </p:nvPr>
        </p:nvSpPr>
        <p:spPr>
          <a:xfrm>
            <a:off x="725844" y="2148567"/>
            <a:ext cx="3712306" cy="1049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None/>
              <a:defRPr b="0" i="1" sz="3600">
                <a:solidFill>
                  <a:schemeClr val="dk1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600"/>
              <a:buFont typeface="Arial"/>
              <a:buNone/>
              <a:defRPr b="0" i="1" sz="36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6" name="Google Shape;296;p83"/>
          <p:cNvSpPr txBox="1"/>
          <p:nvPr>
            <p:ph idx="2" type="body"/>
          </p:nvPr>
        </p:nvSpPr>
        <p:spPr>
          <a:xfrm>
            <a:off x="725844" y="3296919"/>
            <a:ext cx="3712306" cy="5328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97" name="Google Shape;297;p83"/>
          <p:cNvSpPr/>
          <p:nvPr>
            <p:ph idx="3" type="pic"/>
          </p:nvPr>
        </p:nvSpPr>
        <p:spPr>
          <a:xfrm>
            <a:off x="4362864" y="0"/>
            <a:ext cx="4781136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298" name="Google Shape;298;p83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9" name="Google Shape;299;p83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0" name="Google Shape;300;p83"/>
          <p:cNvSpPr txBox="1"/>
          <p:nvPr>
            <p:ph idx="10" type="dt"/>
          </p:nvPr>
        </p:nvSpPr>
        <p:spPr>
          <a:xfrm>
            <a:off x="6548724" y="5400000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next to Image" showMasterSp="0">
  <p:cSld name="Text next to Image"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4"/>
          <p:cNvSpPr/>
          <p:nvPr>
            <p:ph idx="2" type="pic"/>
          </p:nvPr>
        </p:nvSpPr>
        <p:spPr>
          <a:xfrm>
            <a:off x="0" y="0"/>
            <a:ext cx="4572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03" name="Google Shape;303;p84"/>
          <p:cNvSpPr txBox="1"/>
          <p:nvPr>
            <p:ph idx="1" type="body"/>
          </p:nvPr>
        </p:nvSpPr>
        <p:spPr>
          <a:xfrm>
            <a:off x="5404951" y="2617811"/>
            <a:ext cx="3077548" cy="4034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500"/>
              <a:buNone/>
              <a:defRPr b="0" i="1" sz="25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2500"/>
              <a:buFont typeface="Arial"/>
              <a:buNone/>
              <a:defRPr b="0" i="1" sz="25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4"/>
          <p:cNvSpPr txBox="1"/>
          <p:nvPr>
            <p:ph idx="3" type="body"/>
          </p:nvPr>
        </p:nvSpPr>
        <p:spPr>
          <a:xfrm>
            <a:off x="5404951" y="3085124"/>
            <a:ext cx="3077548" cy="24843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200"/>
              <a:buFont typeface="Arial"/>
              <a:buNone/>
              <a:defRPr b="0" i="0" sz="12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ct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5" name="Google Shape;305;p84"/>
          <p:cNvSpPr txBox="1"/>
          <p:nvPr>
            <p:ph idx="10" type="dt"/>
          </p:nvPr>
        </p:nvSpPr>
        <p:spPr>
          <a:xfrm>
            <a:off x="6167720" y="48273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306" name="Google Shape;306;p84"/>
          <p:cNvCxnSpPr/>
          <p:nvPr/>
        </p:nvCxnSpPr>
        <p:spPr>
          <a:xfrm>
            <a:off x="-556260" y="160020"/>
            <a:ext cx="499007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307" name="Google Shape;307;p84"/>
          <p:cNvSpPr txBox="1"/>
          <p:nvPr/>
        </p:nvSpPr>
        <p:spPr>
          <a:xfrm>
            <a:off x="-2436695" y="45636"/>
            <a:ext cx="1786192" cy="567847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Add Alt Text or mark as decorative: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Right click on the image and select “View Alt Text”.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in the blank field that appears on the right of the slide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If Alt Text isn’t relevant, tick the box to “Mark element as decorative”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8" name="Google Shape;308;p8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169241" y="2507594"/>
            <a:ext cx="307086" cy="622046"/>
          </a:xfrm>
          <a:prstGeom prst="rect">
            <a:avLst/>
          </a:prstGeom>
          <a:noFill/>
          <a:ln>
            <a:noFill/>
          </a:ln>
        </p:spPr>
      </p:pic>
      <p:sp>
        <p:nvSpPr>
          <p:cNvPr id="309" name="Google Shape;309;p84"/>
          <p:cNvSpPr/>
          <p:nvPr>
            <p:ph idx="4" type="dgm"/>
          </p:nvPr>
        </p:nvSpPr>
        <p:spPr>
          <a:xfrm>
            <a:off x="6912231" y="1426436"/>
            <a:ext cx="72515" cy="7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310" name="Google Shape;310;p84"/>
          <p:cNvSpPr/>
          <p:nvPr>
            <p:ph idx="5" type="dgm"/>
          </p:nvPr>
        </p:nvSpPr>
        <p:spPr>
          <a:xfrm>
            <a:off x="6912231" y="3645065"/>
            <a:ext cx="72515" cy="7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311" name="Google Shape;311;p84"/>
          <p:cNvSpPr txBox="1"/>
          <p:nvPr>
            <p:ph idx="12" type="sldNum"/>
          </p:nvPr>
        </p:nvSpPr>
        <p:spPr>
          <a:xfrm>
            <a:off x="8336226" y="5385122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12" name="Google Shape;312;p84"/>
          <p:cNvSpPr txBox="1"/>
          <p:nvPr>
            <p:ph idx="11" type="ftr"/>
          </p:nvPr>
        </p:nvSpPr>
        <p:spPr>
          <a:xfrm>
            <a:off x="1671799" y="54275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3" name="Google Shape;313;p84"/>
          <p:cNvSpPr txBox="1"/>
          <p:nvPr>
            <p:ph type="title"/>
          </p:nvPr>
        </p:nvSpPr>
        <p:spPr>
          <a:xfrm>
            <a:off x="5404950" y="1840117"/>
            <a:ext cx="3077549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Verdana"/>
              <a:buNone/>
              <a:defRPr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with Image (Large)">
  <p:cSld name="Title and Content with Image (Large)"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6"/>
          <p:cNvSpPr txBox="1"/>
          <p:nvPr>
            <p:ph type="title"/>
          </p:nvPr>
        </p:nvSpPr>
        <p:spPr>
          <a:xfrm>
            <a:off x="331200" y="289130"/>
            <a:ext cx="4028251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6"/>
          <p:cNvSpPr txBox="1"/>
          <p:nvPr>
            <p:ph idx="1" type="body"/>
          </p:nvPr>
        </p:nvSpPr>
        <p:spPr>
          <a:xfrm>
            <a:off x="333731" y="1071318"/>
            <a:ext cx="4027926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6"/>
          <p:cNvSpPr txBox="1"/>
          <p:nvPr>
            <p:ph idx="2" type="body"/>
          </p:nvPr>
        </p:nvSpPr>
        <p:spPr>
          <a:xfrm>
            <a:off x="331526" y="1340692"/>
            <a:ext cx="4027926" cy="32090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8" name="Google Shape;318;p86"/>
          <p:cNvSpPr/>
          <p:nvPr>
            <p:ph idx="3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9" name="Google Shape;319;p86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0" name="Google Shape;320;p86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1" name="Google Shape;321;p86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322" name="Google Shape;322;p86"/>
          <p:cNvCxnSpPr/>
          <p:nvPr/>
        </p:nvCxnSpPr>
        <p:spPr>
          <a:xfrm>
            <a:off x="-525780" y="1455076"/>
            <a:ext cx="499007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323" name="Google Shape;323;p86"/>
          <p:cNvSpPr txBox="1"/>
          <p:nvPr/>
        </p:nvSpPr>
        <p:spPr>
          <a:xfrm>
            <a:off x="-2406215" y="1340692"/>
            <a:ext cx="1786192" cy="2292935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Using bullets with the indent button: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Use the indent button to create the text levels with the appropriate bullet in miracle purple.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324" name="Google Shape;324;p8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284295" y="2663190"/>
            <a:ext cx="640080" cy="78009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325" name="Google Shape;325;p86"/>
          <p:cNvCxnSpPr/>
          <p:nvPr/>
        </p:nvCxnSpPr>
        <p:spPr>
          <a:xfrm rot="10800000">
            <a:off x="9179892" y="815209"/>
            <a:ext cx="604188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326" name="Google Shape;326;p86"/>
          <p:cNvSpPr txBox="1"/>
          <p:nvPr/>
        </p:nvSpPr>
        <p:spPr>
          <a:xfrm>
            <a:off x="9886077" y="699694"/>
            <a:ext cx="1786192" cy="330859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327" name="Google Shape;327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25349" y="3183019"/>
            <a:ext cx="371475" cy="752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and Numbers">
  <p:cSld name="Title, Content and Numbers"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87"/>
          <p:cNvSpPr/>
          <p:nvPr/>
        </p:nvSpPr>
        <p:spPr>
          <a:xfrm>
            <a:off x="0" y="0"/>
            <a:ext cx="2797200" cy="5143500"/>
          </a:xfrm>
          <a:prstGeom prst="rect">
            <a:avLst/>
          </a:prstGeom>
          <a:solidFill>
            <a:srgbClr val="E9E6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330" name="Google Shape;330;p87"/>
          <p:cNvSpPr txBox="1"/>
          <p:nvPr>
            <p:ph type="title"/>
          </p:nvPr>
        </p:nvSpPr>
        <p:spPr>
          <a:xfrm>
            <a:off x="331200" y="289130"/>
            <a:ext cx="2118055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1" name="Google Shape;331;p87"/>
          <p:cNvSpPr txBox="1"/>
          <p:nvPr>
            <p:ph idx="1" type="body"/>
          </p:nvPr>
        </p:nvSpPr>
        <p:spPr>
          <a:xfrm>
            <a:off x="333730" y="1071318"/>
            <a:ext cx="2116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2" name="Google Shape;332;p87"/>
          <p:cNvSpPr txBox="1"/>
          <p:nvPr>
            <p:ph idx="2" type="body"/>
          </p:nvPr>
        </p:nvSpPr>
        <p:spPr>
          <a:xfrm>
            <a:off x="331526" y="1319303"/>
            <a:ext cx="2116800" cy="320772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87"/>
          <p:cNvSpPr txBox="1"/>
          <p:nvPr>
            <p:ph idx="3" type="body"/>
          </p:nvPr>
        </p:nvSpPr>
        <p:spPr>
          <a:xfrm>
            <a:off x="3025070" y="289130"/>
            <a:ext cx="883540" cy="2076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cap="none">
                <a:solidFill>
                  <a:schemeClr val="dk1"/>
                </a:solidFill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87"/>
          <p:cNvSpPr txBox="1"/>
          <p:nvPr>
            <p:ph idx="4" type="body"/>
          </p:nvPr>
        </p:nvSpPr>
        <p:spPr>
          <a:xfrm>
            <a:off x="4051561" y="314154"/>
            <a:ext cx="1034787" cy="399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0" i="0" sz="2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87"/>
          <p:cNvSpPr/>
          <p:nvPr>
            <p:ph idx="5" type="pic"/>
          </p:nvPr>
        </p:nvSpPr>
        <p:spPr>
          <a:xfrm>
            <a:off x="4051562" y="1005989"/>
            <a:ext cx="1034787" cy="1364400"/>
          </a:xfrm>
          <a:prstGeom prst="rect">
            <a:avLst/>
          </a:prstGeom>
          <a:noFill/>
          <a:ln>
            <a:noFill/>
          </a:ln>
        </p:spPr>
      </p:sp>
      <p:sp>
        <p:nvSpPr>
          <p:cNvPr id="336" name="Google Shape;336;p87"/>
          <p:cNvSpPr txBox="1"/>
          <p:nvPr>
            <p:ph idx="6" type="body"/>
          </p:nvPr>
        </p:nvSpPr>
        <p:spPr>
          <a:xfrm>
            <a:off x="4051562" y="2515557"/>
            <a:ext cx="1034787" cy="4928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7" name="Google Shape;337;p87"/>
          <p:cNvSpPr txBox="1"/>
          <p:nvPr>
            <p:ph idx="7" type="body"/>
          </p:nvPr>
        </p:nvSpPr>
        <p:spPr>
          <a:xfrm>
            <a:off x="4051562" y="3149292"/>
            <a:ext cx="1034787" cy="1529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8" name="Google Shape;338;p87"/>
          <p:cNvSpPr txBox="1"/>
          <p:nvPr>
            <p:ph idx="8" type="body"/>
          </p:nvPr>
        </p:nvSpPr>
        <p:spPr>
          <a:xfrm>
            <a:off x="5296499" y="314154"/>
            <a:ext cx="1034786" cy="399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0" i="0" sz="2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9" name="Google Shape;339;p87"/>
          <p:cNvSpPr/>
          <p:nvPr>
            <p:ph idx="9" type="pic"/>
          </p:nvPr>
        </p:nvSpPr>
        <p:spPr>
          <a:xfrm>
            <a:off x="5296499" y="1005989"/>
            <a:ext cx="1034787" cy="1364400"/>
          </a:xfrm>
          <a:prstGeom prst="rect">
            <a:avLst/>
          </a:prstGeom>
          <a:noFill/>
          <a:ln>
            <a:noFill/>
          </a:ln>
        </p:spPr>
      </p:sp>
      <p:sp>
        <p:nvSpPr>
          <p:cNvPr id="340" name="Google Shape;340;p87"/>
          <p:cNvSpPr txBox="1"/>
          <p:nvPr>
            <p:ph idx="13" type="body"/>
          </p:nvPr>
        </p:nvSpPr>
        <p:spPr>
          <a:xfrm>
            <a:off x="5296498" y="2509781"/>
            <a:ext cx="1034787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1" name="Google Shape;341;p87"/>
          <p:cNvSpPr txBox="1"/>
          <p:nvPr>
            <p:ph idx="14" type="body"/>
          </p:nvPr>
        </p:nvSpPr>
        <p:spPr>
          <a:xfrm>
            <a:off x="5296498" y="3149292"/>
            <a:ext cx="1034787" cy="1529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2" name="Google Shape;342;p87"/>
          <p:cNvSpPr txBox="1"/>
          <p:nvPr>
            <p:ph idx="15" type="body"/>
          </p:nvPr>
        </p:nvSpPr>
        <p:spPr>
          <a:xfrm>
            <a:off x="6541435" y="314154"/>
            <a:ext cx="1034785" cy="399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0" i="0" sz="2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3" name="Google Shape;343;p87"/>
          <p:cNvSpPr/>
          <p:nvPr>
            <p:ph idx="16" type="pic"/>
          </p:nvPr>
        </p:nvSpPr>
        <p:spPr>
          <a:xfrm>
            <a:off x="6541436" y="1005989"/>
            <a:ext cx="1034787" cy="1364400"/>
          </a:xfrm>
          <a:prstGeom prst="rect">
            <a:avLst/>
          </a:prstGeom>
          <a:noFill/>
          <a:ln>
            <a:noFill/>
          </a:ln>
        </p:spPr>
      </p:sp>
      <p:sp>
        <p:nvSpPr>
          <p:cNvPr id="344" name="Google Shape;344;p87"/>
          <p:cNvSpPr txBox="1"/>
          <p:nvPr>
            <p:ph idx="17" type="body"/>
          </p:nvPr>
        </p:nvSpPr>
        <p:spPr>
          <a:xfrm>
            <a:off x="6541433" y="2509781"/>
            <a:ext cx="1034787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5" name="Google Shape;345;p87"/>
          <p:cNvSpPr txBox="1"/>
          <p:nvPr>
            <p:ph idx="18" type="body"/>
          </p:nvPr>
        </p:nvSpPr>
        <p:spPr>
          <a:xfrm>
            <a:off x="6541433" y="3149292"/>
            <a:ext cx="1034787" cy="1529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6" name="Google Shape;346;p87"/>
          <p:cNvSpPr txBox="1"/>
          <p:nvPr>
            <p:ph idx="19" type="body"/>
          </p:nvPr>
        </p:nvSpPr>
        <p:spPr>
          <a:xfrm>
            <a:off x="7786372" y="314154"/>
            <a:ext cx="1034785" cy="399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0" i="0" sz="2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7" name="Google Shape;347;p87"/>
          <p:cNvSpPr/>
          <p:nvPr>
            <p:ph idx="20" type="pic"/>
          </p:nvPr>
        </p:nvSpPr>
        <p:spPr>
          <a:xfrm>
            <a:off x="7786373" y="1005989"/>
            <a:ext cx="1034787" cy="1364400"/>
          </a:xfrm>
          <a:prstGeom prst="rect">
            <a:avLst/>
          </a:prstGeom>
          <a:noFill/>
          <a:ln>
            <a:noFill/>
          </a:ln>
        </p:spPr>
      </p:sp>
      <p:sp>
        <p:nvSpPr>
          <p:cNvPr id="348" name="Google Shape;348;p87"/>
          <p:cNvSpPr txBox="1"/>
          <p:nvPr>
            <p:ph idx="21" type="body"/>
          </p:nvPr>
        </p:nvSpPr>
        <p:spPr>
          <a:xfrm>
            <a:off x="7786367" y="2509781"/>
            <a:ext cx="1034787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9" name="Google Shape;349;p87"/>
          <p:cNvSpPr txBox="1"/>
          <p:nvPr>
            <p:ph idx="22" type="body"/>
          </p:nvPr>
        </p:nvSpPr>
        <p:spPr>
          <a:xfrm>
            <a:off x="7786367" y="3149292"/>
            <a:ext cx="1034787" cy="1529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350" name="Google Shape;350;p8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74822" y="4596340"/>
            <a:ext cx="1157201" cy="533712"/>
          </a:xfrm>
          <a:prstGeom prst="rect">
            <a:avLst/>
          </a:prstGeom>
          <a:noFill/>
          <a:ln>
            <a:noFill/>
          </a:ln>
        </p:spPr>
      </p:pic>
      <p:sp>
        <p:nvSpPr>
          <p:cNvPr id="351" name="Google Shape;351;p87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2" name="Google Shape;352;p87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3" name="Google Shape;353;p87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354" name="Google Shape;354;p87"/>
          <p:cNvCxnSpPr/>
          <p:nvPr/>
        </p:nvCxnSpPr>
        <p:spPr>
          <a:xfrm rot="10800000">
            <a:off x="9210372" y="1374041"/>
            <a:ext cx="604188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355" name="Google Shape;355;p87"/>
          <p:cNvSpPr txBox="1"/>
          <p:nvPr/>
        </p:nvSpPr>
        <p:spPr>
          <a:xfrm>
            <a:off x="9905193" y="1216176"/>
            <a:ext cx="1786192" cy="567847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Add Alt Text or mark as decorative: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Right click on the image and select “View Alt Text”.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in the blank field that appears on the right of the slide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If Alt Text isn’t relevant, tick the box to “Mark element as decorative”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6" name="Google Shape;356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172647" y="3678134"/>
            <a:ext cx="307086" cy="6220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and Numbers (Dark)">
  <p:cSld name="Title, Content and Numbers (Dark)">
    <p:spTree>
      <p:nvGrpSpPr>
        <p:cNvPr id="357" name="Shape 3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" name="Google Shape;358;p88"/>
          <p:cNvSpPr/>
          <p:nvPr/>
        </p:nvSpPr>
        <p:spPr>
          <a:xfrm>
            <a:off x="0" y="0"/>
            <a:ext cx="27972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grpSp>
        <p:nvGrpSpPr>
          <p:cNvPr id="359" name="Google Shape;359;p88"/>
          <p:cNvGrpSpPr/>
          <p:nvPr/>
        </p:nvGrpSpPr>
        <p:grpSpPr>
          <a:xfrm>
            <a:off x="331191" y="4746707"/>
            <a:ext cx="804755" cy="207184"/>
            <a:chOff x="4767702" y="-472136"/>
            <a:chExt cx="745525" cy="191931"/>
          </a:xfrm>
        </p:grpSpPr>
        <p:sp>
          <p:nvSpPr>
            <p:cNvPr id="360" name="Google Shape;360;p88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361" name="Google Shape;361;p88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362" name="Google Shape;362;p88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363" name="Google Shape;363;p88"/>
          <p:cNvSpPr txBox="1"/>
          <p:nvPr>
            <p:ph type="title"/>
          </p:nvPr>
        </p:nvSpPr>
        <p:spPr>
          <a:xfrm>
            <a:off x="331200" y="288000"/>
            <a:ext cx="2118055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Verdana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4" name="Google Shape;364;p88"/>
          <p:cNvSpPr txBox="1"/>
          <p:nvPr>
            <p:ph idx="1" type="body"/>
          </p:nvPr>
        </p:nvSpPr>
        <p:spPr>
          <a:xfrm>
            <a:off x="333730" y="1071318"/>
            <a:ext cx="2116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5" name="Google Shape;365;p88"/>
          <p:cNvSpPr txBox="1"/>
          <p:nvPr>
            <p:ph idx="2" type="body"/>
          </p:nvPr>
        </p:nvSpPr>
        <p:spPr>
          <a:xfrm>
            <a:off x="331526" y="1340691"/>
            <a:ext cx="2120260" cy="3338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1pPr>
            <a:lvl2pPr indent="-3175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2pPr>
            <a:lvl3pPr indent="-3175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3pPr>
            <a:lvl4pPr indent="-3175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dk2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6" name="Google Shape;366;p88"/>
          <p:cNvSpPr txBox="1"/>
          <p:nvPr>
            <p:ph idx="3" type="body"/>
          </p:nvPr>
        </p:nvSpPr>
        <p:spPr>
          <a:xfrm>
            <a:off x="3025070" y="288000"/>
            <a:ext cx="883540" cy="2076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cap="none">
                <a:solidFill>
                  <a:schemeClr val="dk1"/>
                </a:solidFill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7" name="Google Shape;367;p88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8" name="Google Shape;368;p88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9" name="Google Shape;369;p88"/>
          <p:cNvSpPr txBox="1"/>
          <p:nvPr>
            <p:ph idx="4" type="body"/>
          </p:nvPr>
        </p:nvSpPr>
        <p:spPr>
          <a:xfrm>
            <a:off x="4051561" y="313024"/>
            <a:ext cx="1034787" cy="399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0" i="0" sz="2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88"/>
          <p:cNvSpPr/>
          <p:nvPr>
            <p:ph idx="5" type="pic"/>
          </p:nvPr>
        </p:nvSpPr>
        <p:spPr>
          <a:xfrm>
            <a:off x="4051562" y="1004859"/>
            <a:ext cx="1034787" cy="1364400"/>
          </a:xfrm>
          <a:prstGeom prst="rect">
            <a:avLst/>
          </a:prstGeom>
          <a:noFill/>
          <a:ln>
            <a:noFill/>
          </a:ln>
        </p:spPr>
      </p:sp>
      <p:sp>
        <p:nvSpPr>
          <p:cNvPr id="371" name="Google Shape;371;p88"/>
          <p:cNvSpPr txBox="1"/>
          <p:nvPr>
            <p:ph idx="6" type="body"/>
          </p:nvPr>
        </p:nvSpPr>
        <p:spPr>
          <a:xfrm>
            <a:off x="4051562" y="2515557"/>
            <a:ext cx="1034787" cy="4928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2" name="Google Shape;372;p88"/>
          <p:cNvSpPr txBox="1"/>
          <p:nvPr>
            <p:ph idx="7" type="body"/>
          </p:nvPr>
        </p:nvSpPr>
        <p:spPr>
          <a:xfrm>
            <a:off x="4051562" y="3149292"/>
            <a:ext cx="1034787" cy="1529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3" name="Google Shape;373;p88"/>
          <p:cNvSpPr txBox="1"/>
          <p:nvPr>
            <p:ph idx="8" type="body"/>
          </p:nvPr>
        </p:nvSpPr>
        <p:spPr>
          <a:xfrm>
            <a:off x="5296499" y="313024"/>
            <a:ext cx="1034786" cy="399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0" i="0" sz="2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4" name="Google Shape;374;p88"/>
          <p:cNvSpPr/>
          <p:nvPr>
            <p:ph idx="9" type="pic"/>
          </p:nvPr>
        </p:nvSpPr>
        <p:spPr>
          <a:xfrm>
            <a:off x="5296499" y="1004859"/>
            <a:ext cx="1034787" cy="1364400"/>
          </a:xfrm>
          <a:prstGeom prst="rect">
            <a:avLst/>
          </a:prstGeom>
          <a:noFill/>
          <a:ln>
            <a:noFill/>
          </a:ln>
        </p:spPr>
      </p:sp>
      <p:sp>
        <p:nvSpPr>
          <p:cNvPr id="375" name="Google Shape;375;p88"/>
          <p:cNvSpPr txBox="1"/>
          <p:nvPr>
            <p:ph idx="13" type="body"/>
          </p:nvPr>
        </p:nvSpPr>
        <p:spPr>
          <a:xfrm>
            <a:off x="5296498" y="2509781"/>
            <a:ext cx="1034787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6" name="Google Shape;376;p88"/>
          <p:cNvSpPr txBox="1"/>
          <p:nvPr>
            <p:ph idx="14" type="body"/>
          </p:nvPr>
        </p:nvSpPr>
        <p:spPr>
          <a:xfrm>
            <a:off x="5296498" y="3149292"/>
            <a:ext cx="1034787" cy="1529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7" name="Google Shape;377;p88"/>
          <p:cNvSpPr txBox="1"/>
          <p:nvPr>
            <p:ph idx="15" type="body"/>
          </p:nvPr>
        </p:nvSpPr>
        <p:spPr>
          <a:xfrm>
            <a:off x="6541435" y="313024"/>
            <a:ext cx="1034785" cy="399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0" i="0" sz="2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8" name="Google Shape;378;p88"/>
          <p:cNvSpPr/>
          <p:nvPr>
            <p:ph idx="16" type="pic"/>
          </p:nvPr>
        </p:nvSpPr>
        <p:spPr>
          <a:xfrm>
            <a:off x="6541436" y="1004859"/>
            <a:ext cx="1034787" cy="1364400"/>
          </a:xfrm>
          <a:prstGeom prst="rect">
            <a:avLst/>
          </a:prstGeom>
          <a:noFill/>
          <a:ln>
            <a:noFill/>
          </a:ln>
        </p:spPr>
      </p:sp>
      <p:sp>
        <p:nvSpPr>
          <p:cNvPr id="379" name="Google Shape;379;p88"/>
          <p:cNvSpPr txBox="1"/>
          <p:nvPr>
            <p:ph idx="17" type="body"/>
          </p:nvPr>
        </p:nvSpPr>
        <p:spPr>
          <a:xfrm>
            <a:off x="6541433" y="2509781"/>
            <a:ext cx="1034787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0" name="Google Shape;380;p88"/>
          <p:cNvSpPr txBox="1"/>
          <p:nvPr>
            <p:ph idx="18" type="body"/>
          </p:nvPr>
        </p:nvSpPr>
        <p:spPr>
          <a:xfrm>
            <a:off x="6541433" y="3149292"/>
            <a:ext cx="1034787" cy="1529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88"/>
          <p:cNvSpPr txBox="1"/>
          <p:nvPr>
            <p:ph idx="19" type="body"/>
          </p:nvPr>
        </p:nvSpPr>
        <p:spPr>
          <a:xfrm>
            <a:off x="7786372" y="313024"/>
            <a:ext cx="1034785" cy="3992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None/>
              <a:defRPr b="0" i="0" sz="26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2" name="Google Shape;382;p88"/>
          <p:cNvSpPr/>
          <p:nvPr>
            <p:ph idx="20" type="pic"/>
          </p:nvPr>
        </p:nvSpPr>
        <p:spPr>
          <a:xfrm>
            <a:off x="7786373" y="1004859"/>
            <a:ext cx="1034787" cy="1364400"/>
          </a:xfrm>
          <a:prstGeom prst="rect">
            <a:avLst/>
          </a:prstGeom>
          <a:noFill/>
          <a:ln>
            <a:noFill/>
          </a:ln>
        </p:spPr>
      </p:sp>
      <p:sp>
        <p:nvSpPr>
          <p:cNvPr id="383" name="Google Shape;383;p88"/>
          <p:cNvSpPr txBox="1"/>
          <p:nvPr>
            <p:ph idx="21" type="body"/>
          </p:nvPr>
        </p:nvSpPr>
        <p:spPr>
          <a:xfrm>
            <a:off x="7786367" y="2509781"/>
            <a:ext cx="1034787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4" name="Google Shape;384;p88"/>
          <p:cNvSpPr txBox="1"/>
          <p:nvPr>
            <p:ph idx="22" type="body"/>
          </p:nvPr>
        </p:nvSpPr>
        <p:spPr>
          <a:xfrm>
            <a:off x="7786367" y="3149292"/>
            <a:ext cx="1034787" cy="15299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5" name="Google Shape;385;p88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and Numbers (Alternative) (Light)">
  <p:cSld name="Title, Content and Numbers (Alternative) (Light)"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89"/>
          <p:cNvSpPr/>
          <p:nvPr/>
        </p:nvSpPr>
        <p:spPr>
          <a:xfrm>
            <a:off x="0" y="0"/>
            <a:ext cx="2797200" cy="5143500"/>
          </a:xfrm>
          <a:prstGeom prst="rect">
            <a:avLst/>
          </a:prstGeom>
          <a:solidFill>
            <a:srgbClr val="E9E6E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grpSp>
        <p:nvGrpSpPr>
          <p:cNvPr id="388" name="Google Shape;388;p89"/>
          <p:cNvGrpSpPr/>
          <p:nvPr/>
        </p:nvGrpSpPr>
        <p:grpSpPr>
          <a:xfrm>
            <a:off x="331191" y="4746707"/>
            <a:ext cx="804755" cy="207184"/>
            <a:chOff x="4767702" y="-472136"/>
            <a:chExt cx="745525" cy="191931"/>
          </a:xfrm>
        </p:grpSpPr>
        <p:sp>
          <p:nvSpPr>
            <p:cNvPr id="389" name="Google Shape;389;p89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390" name="Google Shape;390;p89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391" name="Google Shape;391;p89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392" name="Google Shape;392;p89"/>
          <p:cNvSpPr txBox="1"/>
          <p:nvPr>
            <p:ph type="title"/>
          </p:nvPr>
        </p:nvSpPr>
        <p:spPr>
          <a:xfrm>
            <a:off x="331200" y="288000"/>
            <a:ext cx="2126222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3" name="Google Shape;393;p89"/>
          <p:cNvSpPr txBox="1"/>
          <p:nvPr>
            <p:ph idx="1" type="body"/>
          </p:nvPr>
        </p:nvSpPr>
        <p:spPr>
          <a:xfrm>
            <a:off x="333729" y="1071318"/>
            <a:ext cx="2118055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4" name="Google Shape;394;p89"/>
          <p:cNvSpPr txBox="1"/>
          <p:nvPr>
            <p:ph idx="2" type="body"/>
          </p:nvPr>
        </p:nvSpPr>
        <p:spPr>
          <a:xfrm>
            <a:off x="331526" y="1340691"/>
            <a:ext cx="2120260" cy="3338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5" name="Google Shape;395;p89"/>
          <p:cNvSpPr txBox="1"/>
          <p:nvPr>
            <p:ph idx="3" type="body"/>
          </p:nvPr>
        </p:nvSpPr>
        <p:spPr>
          <a:xfrm>
            <a:off x="3264208" y="739124"/>
            <a:ext cx="5546062" cy="214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6" name="Google Shape;396;p89"/>
          <p:cNvSpPr txBox="1"/>
          <p:nvPr>
            <p:ph idx="4" type="body"/>
          </p:nvPr>
        </p:nvSpPr>
        <p:spPr>
          <a:xfrm>
            <a:off x="3262749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7" name="Google Shape;397;p89"/>
          <p:cNvSpPr txBox="1"/>
          <p:nvPr>
            <p:ph idx="5" type="body"/>
          </p:nvPr>
        </p:nvSpPr>
        <p:spPr>
          <a:xfrm>
            <a:off x="3262749" y="2211873"/>
            <a:ext cx="1268510" cy="4928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89"/>
          <p:cNvSpPr txBox="1"/>
          <p:nvPr>
            <p:ph idx="6" type="body"/>
          </p:nvPr>
        </p:nvSpPr>
        <p:spPr>
          <a:xfrm>
            <a:off x="3262749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9" name="Google Shape;399;p89"/>
          <p:cNvSpPr txBox="1"/>
          <p:nvPr>
            <p:ph idx="7" type="body"/>
          </p:nvPr>
        </p:nvSpPr>
        <p:spPr>
          <a:xfrm>
            <a:off x="4688351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0" name="Google Shape;400;p89"/>
          <p:cNvSpPr txBox="1"/>
          <p:nvPr>
            <p:ph idx="8" type="body"/>
          </p:nvPr>
        </p:nvSpPr>
        <p:spPr>
          <a:xfrm>
            <a:off x="4688936" y="2206097"/>
            <a:ext cx="1268510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1" name="Google Shape;401;p89"/>
          <p:cNvSpPr txBox="1"/>
          <p:nvPr>
            <p:ph idx="9" type="body"/>
          </p:nvPr>
        </p:nvSpPr>
        <p:spPr>
          <a:xfrm>
            <a:off x="4688936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2" name="Google Shape;402;p89"/>
          <p:cNvSpPr txBox="1"/>
          <p:nvPr>
            <p:ph idx="13" type="body"/>
          </p:nvPr>
        </p:nvSpPr>
        <p:spPr>
          <a:xfrm>
            <a:off x="6113953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3" name="Google Shape;403;p89"/>
          <p:cNvSpPr txBox="1"/>
          <p:nvPr>
            <p:ph idx="14" type="body"/>
          </p:nvPr>
        </p:nvSpPr>
        <p:spPr>
          <a:xfrm>
            <a:off x="6113953" y="2206097"/>
            <a:ext cx="1268510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4" name="Google Shape;404;p89"/>
          <p:cNvSpPr txBox="1"/>
          <p:nvPr>
            <p:ph idx="15" type="body"/>
          </p:nvPr>
        </p:nvSpPr>
        <p:spPr>
          <a:xfrm>
            <a:off x="6113953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5" name="Google Shape;405;p89"/>
          <p:cNvSpPr txBox="1"/>
          <p:nvPr>
            <p:ph idx="16" type="body"/>
          </p:nvPr>
        </p:nvSpPr>
        <p:spPr>
          <a:xfrm>
            <a:off x="7539556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6" name="Google Shape;406;p89"/>
          <p:cNvSpPr txBox="1"/>
          <p:nvPr>
            <p:ph idx="17" type="body"/>
          </p:nvPr>
        </p:nvSpPr>
        <p:spPr>
          <a:xfrm>
            <a:off x="7541760" y="2206097"/>
            <a:ext cx="1268510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7" name="Google Shape;407;p89"/>
          <p:cNvSpPr txBox="1"/>
          <p:nvPr>
            <p:ph idx="18" type="body"/>
          </p:nvPr>
        </p:nvSpPr>
        <p:spPr>
          <a:xfrm>
            <a:off x="7541760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89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9" name="Google Shape;409;p89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0" name="Google Shape;410;p89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, Content and Numbers (Alternative)">
  <p:cSld name="1_Title, Content and Numbers (Alternative)"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90"/>
          <p:cNvSpPr/>
          <p:nvPr/>
        </p:nvSpPr>
        <p:spPr>
          <a:xfrm>
            <a:off x="0" y="0"/>
            <a:ext cx="27972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grpSp>
        <p:nvGrpSpPr>
          <p:cNvPr id="413" name="Google Shape;413;p90"/>
          <p:cNvGrpSpPr/>
          <p:nvPr/>
        </p:nvGrpSpPr>
        <p:grpSpPr>
          <a:xfrm>
            <a:off x="331191" y="4746707"/>
            <a:ext cx="804755" cy="207184"/>
            <a:chOff x="4767702" y="-472136"/>
            <a:chExt cx="745525" cy="191931"/>
          </a:xfrm>
        </p:grpSpPr>
        <p:sp>
          <p:nvSpPr>
            <p:cNvPr id="414" name="Google Shape;414;p90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415" name="Google Shape;415;p90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416" name="Google Shape;416;p90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417" name="Google Shape;417;p90"/>
          <p:cNvSpPr txBox="1"/>
          <p:nvPr>
            <p:ph type="title"/>
          </p:nvPr>
        </p:nvSpPr>
        <p:spPr>
          <a:xfrm>
            <a:off x="331200" y="288000"/>
            <a:ext cx="2118055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Verdana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8" name="Google Shape;418;p90"/>
          <p:cNvSpPr txBox="1"/>
          <p:nvPr>
            <p:ph idx="1" type="body"/>
          </p:nvPr>
        </p:nvSpPr>
        <p:spPr>
          <a:xfrm>
            <a:off x="333730" y="1071318"/>
            <a:ext cx="2116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9" name="Google Shape;419;p90"/>
          <p:cNvSpPr txBox="1"/>
          <p:nvPr>
            <p:ph idx="2" type="body"/>
          </p:nvPr>
        </p:nvSpPr>
        <p:spPr>
          <a:xfrm>
            <a:off x="331526" y="1340691"/>
            <a:ext cx="2120260" cy="3338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1pPr>
            <a:lvl2pPr indent="-3175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2pPr>
            <a:lvl3pPr indent="-3175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3pPr>
            <a:lvl4pPr indent="-3175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dk2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0" name="Google Shape;420;p90"/>
          <p:cNvSpPr txBox="1"/>
          <p:nvPr>
            <p:ph idx="3" type="body"/>
          </p:nvPr>
        </p:nvSpPr>
        <p:spPr>
          <a:xfrm>
            <a:off x="3264208" y="739124"/>
            <a:ext cx="5546062" cy="214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1" name="Google Shape;421;p90"/>
          <p:cNvSpPr txBox="1"/>
          <p:nvPr>
            <p:ph idx="4" type="body"/>
          </p:nvPr>
        </p:nvSpPr>
        <p:spPr>
          <a:xfrm>
            <a:off x="3262749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2" name="Google Shape;422;p90"/>
          <p:cNvSpPr txBox="1"/>
          <p:nvPr>
            <p:ph idx="5" type="body"/>
          </p:nvPr>
        </p:nvSpPr>
        <p:spPr>
          <a:xfrm>
            <a:off x="3262749" y="2211873"/>
            <a:ext cx="1268510" cy="4928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3" name="Google Shape;423;p90"/>
          <p:cNvSpPr txBox="1"/>
          <p:nvPr>
            <p:ph idx="6" type="body"/>
          </p:nvPr>
        </p:nvSpPr>
        <p:spPr>
          <a:xfrm>
            <a:off x="3262749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4" name="Google Shape;424;p90"/>
          <p:cNvSpPr txBox="1"/>
          <p:nvPr>
            <p:ph idx="7" type="body"/>
          </p:nvPr>
        </p:nvSpPr>
        <p:spPr>
          <a:xfrm>
            <a:off x="4688351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90"/>
          <p:cNvSpPr txBox="1"/>
          <p:nvPr>
            <p:ph idx="8" type="body"/>
          </p:nvPr>
        </p:nvSpPr>
        <p:spPr>
          <a:xfrm>
            <a:off x="4688936" y="2206097"/>
            <a:ext cx="1268510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90"/>
          <p:cNvSpPr txBox="1"/>
          <p:nvPr>
            <p:ph idx="9" type="body"/>
          </p:nvPr>
        </p:nvSpPr>
        <p:spPr>
          <a:xfrm>
            <a:off x="4688936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90"/>
          <p:cNvSpPr txBox="1"/>
          <p:nvPr>
            <p:ph idx="13" type="body"/>
          </p:nvPr>
        </p:nvSpPr>
        <p:spPr>
          <a:xfrm>
            <a:off x="6113953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8" name="Google Shape;428;p90"/>
          <p:cNvSpPr txBox="1"/>
          <p:nvPr>
            <p:ph idx="14" type="body"/>
          </p:nvPr>
        </p:nvSpPr>
        <p:spPr>
          <a:xfrm>
            <a:off x="6113953" y="2206097"/>
            <a:ext cx="1268510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9" name="Google Shape;429;p90"/>
          <p:cNvSpPr txBox="1"/>
          <p:nvPr>
            <p:ph idx="15" type="body"/>
          </p:nvPr>
        </p:nvSpPr>
        <p:spPr>
          <a:xfrm>
            <a:off x="6113953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0" name="Google Shape;430;p90"/>
          <p:cNvSpPr txBox="1"/>
          <p:nvPr>
            <p:ph idx="16" type="body"/>
          </p:nvPr>
        </p:nvSpPr>
        <p:spPr>
          <a:xfrm>
            <a:off x="7539556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1" name="Google Shape;431;p90"/>
          <p:cNvSpPr txBox="1"/>
          <p:nvPr>
            <p:ph idx="17" type="body"/>
          </p:nvPr>
        </p:nvSpPr>
        <p:spPr>
          <a:xfrm>
            <a:off x="7541760" y="2206097"/>
            <a:ext cx="1268510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2" name="Google Shape;432;p90"/>
          <p:cNvSpPr txBox="1"/>
          <p:nvPr>
            <p:ph idx="18" type="body"/>
          </p:nvPr>
        </p:nvSpPr>
        <p:spPr>
          <a:xfrm>
            <a:off x="7541760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3" name="Google Shape;433;p90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4" name="Google Shape;434;p90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5" name="Google Shape;435;p90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Visual &amp; Columns">
  <p:cSld name="1_Visual &amp; Columns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91"/>
          <p:cNvSpPr txBox="1"/>
          <p:nvPr>
            <p:ph type="title"/>
          </p:nvPr>
        </p:nvSpPr>
        <p:spPr>
          <a:xfrm>
            <a:off x="4062730" y="288000"/>
            <a:ext cx="475367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8" name="Google Shape;438;p91"/>
          <p:cNvSpPr txBox="1"/>
          <p:nvPr>
            <p:ph idx="1" type="body"/>
          </p:nvPr>
        </p:nvSpPr>
        <p:spPr>
          <a:xfrm>
            <a:off x="4062730" y="1069097"/>
            <a:ext cx="4748999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9" name="Google Shape;439;p91"/>
          <p:cNvSpPr/>
          <p:nvPr>
            <p:ph idx="2" type="pic"/>
          </p:nvPr>
        </p:nvSpPr>
        <p:spPr>
          <a:xfrm>
            <a:off x="333731" y="794835"/>
            <a:ext cx="3096000" cy="3074054"/>
          </a:xfrm>
          <a:prstGeom prst="rect">
            <a:avLst/>
          </a:prstGeom>
          <a:noFill/>
          <a:ln>
            <a:noFill/>
          </a:ln>
        </p:spPr>
      </p:sp>
      <p:sp>
        <p:nvSpPr>
          <p:cNvPr id="440" name="Google Shape;440;p91"/>
          <p:cNvSpPr/>
          <p:nvPr>
            <p:ph idx="3" type="pic"/>
          </p:nvPr>
        </p:nvSpPr>
        <p:spPr>
          <a:xfrm>
            <a:off x="4064737" y="1583483"/>
            <a:ext cx="688883" cy="684000"/>
          </a:xfrm>
          <a:prstGeom prst="rect">
            <a:avLst/>
          </a:prstGeom>
          <a:noFill/>
          <a:ln>
            <a:noFill/>
          </a:ln>
        </p:spPr>
      </p:sp>
      <p:sp>
        <p:nvSpPr>
          <p:cNvPr id="441" name="Google Shape;441;p91"/>
          <p:cNvSpPr txBox="1"/>
          <p:nvPr>
            <p:ph idx="4" type="body"/>
          </p:nvPr>
        </p:nvSpPr>
        <p:spPr>
          <a:xfrm>
            <a:off x="4066688" y="2597203"/>
            <a:ext cx="1042988" cy="17785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Verdana"/>
              <a:buChar char="•"/>
              <a:defRPr sz="1400"/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175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2" name="Google Shape;442;p91"/>
          <p:cNvSpPr/>
          <p:nvPr>
            <p:ph idx="5" type="pic"/>
          </p:nvPr>
        </p:nvSpPr>
        <p:spPr>
          <a:xfrm>
            <a:off x="5293680" y="1583483"/>
            <a:ext cx="688883" cy="684000"/>
          </a:xfrm>
          <a:prstGeom prst="rect">
            <a:avLst/>
          </a:prstGeom>
          <a:noFill/>
          <a:ln>
            <a:noFill/>
          </a:ln>
        </p:spPr>
      </p:sp>
      <p:sp>
        <p:nvSpPr>
          <p:cNvPr id="443" name="Google Shape;443;p91"/>
          <p:cNvSpPr txBox="1"/>
          <p:nvPr>
            <p:ph idx="6" type="body"/>
          </p:nvPr>
        </p:nvSpPr>
        <p:spPr>
          <a:xfrm>
            <a:off x="5303362" y="2597203"/>
            <a:ext cx="1042988" cy="17785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Verdana"/>
              <a:buChar char="•"/>
              <a:defRPr sz="1400"/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175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4" name="Google Shape;444;p91"/>
          <p:cNvSpPr/>
          <p:nvPr>
            <p:ph idx="7" type="pic"/>
          </p:nvPr>
        </p:nvSpPr>
        <p:spPr>
          <a:xfrm>
            <a:off x="6538280" y="1583483"/>
            <a:ext cx="688883" cy="684000"/>
          </a:xfrm>
          <a:prstGeom prst="rect">
            <a:avLst/>
          </a:prstGeom>
          <a:noFill/>
          <a:ln>
            <a:noFill/>
          </a:ln>
        </p:spPr>
      </p:sp>
      <p:sp>
        <p:nvSpPr>
          <p:cNvPr id="445" name="Google Shape;445;p91"/>
          <p:cNvSpPr txBox="1"/>
          <p:nvPr>
            <p:ph idx="8" type="body"/>
          </p:nvPr>
        </p:nvSpPr>
        <p:spPr>
          <a:xfrm>
            <a:off x="6530643" y="2597203"/>
            <a:ext cx="1042988" cy="17785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Verdana"/>
              <a:buChar char="•"/>
              <a:defRPr sz="1400"/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175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6" name="Google Shape;446;p91"/>
          <p:cNvSpPr/>
          <p:nvPr>
            <p:ph idx="9" type="pic"/>
          </p:nvPr>
        </p:nvSpPr>
        <p:spPr>
          <a:xfrm>
            <a:off x="7767223" y="1583483"/>
            <a:ext cx="688883" cy="684000"/>
          </a:xfrm>
          <a:prstGeom prst="rect">
            <a:avLst/>
          </a:prstGeom>
          <a:noFill/>
          <a:ln>
            <a:noFill/>
          </a:ln>
        </p:spPr>
      </p:sp>
      <p:sp>
        <p:nvSpPr>
          <p:cNvPr id="447" name="Google Shape;447;p91"/>
          <p:cNvSpPr txBox="1"/>
          <p:nvPr>
            <p:ph idx="13" type="body"/>
          </p:nvPr>
        </p:nvSpPr>
        <p:spPr>
          <a:xfrm>
            <a:off x="7767316" y="2597203"/>
            <a:ext cx="1042988" cy="17785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175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Verdana"/>
              <a:buChar char="•"/>
              <a:defRPr sz="1400"/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175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8" name="Google Shape;448;p91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9" name="Google Shape;449;p91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0" name="Google Shape;450;p91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on right">
  <p:cSld name="Content on right">
    <p:spTree>
      <p:nvGrpSpPr>
        <p:cNvPr id="45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p92"/>
          <p:cNvSpPr/>
          <p:nvPr/>
        </p:nvSpPr>
        <p:spPr>
          <a:xfrm>
            <a:off x="0" y="0"/>
            <a:ext cx="27972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grpSp>
        <p:nvGrpSpPr>
          <p:cNvPr id="453" name="Google Shape;453;p92"/>
          <p:cNvGrpSpPr/>
          <p:nvPr/>
        </p:nvGrpSpPr>
        <p:grpSpPr>
          <a:xfrm>
            <a:off x="331191" y="4746707"/>
            <a:ext cx="804755" cy="207184"/>
            <a:chOff x="4767702" y="-472136"/>
            <a:chExt cx="745525" cy="191931"/>
          </a:xfrm>
        </p:grpSpPr>
        <p:sp>
          <p:nvSpPr>
            <p:cNvPr id="454" name="Google Shape;454;p92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455" name="Google Shape;455;p92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456" name="Google Shape;456;p92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457" name="Google Shape;457;p92"/>
          <p:cNvSpPr txBox="1"/>
          <p:nvPr>
            <p:ph type="title"/>
          </p:nvPr>
        </p:nvSpPr>
        <p:spPr>
          <a:xfrm>
            <a:off x="331200" y="288000"/>
            <a:ext cx="2118055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Verdana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8" name="Google Shape;458;p92"/>
          <p:cNvSpPr txBox="1"/>
          <p:nvPr>
            <p:ph idx="1" type="body"/>
          </p:nvPr>
        </p:nvSpPr>
        <p:spPr>
          <a:xfrm>
            <a:off x="333730" y="1071318"/>
            <a:ext cx="2116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59" name="Google Shape;459;p92"/>
          <p:cNvSpPr txBox="1"/>
          <p:nvPr>
            <p:ph idx="2" type="body"/>
          </p:nvPr>
        </p:nvSpPr>
        <p:spPr>
          <a:xfrm>
            <a:off x="331526" y="1340691"/>
            <a:ext cx="2120260" cy="3338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1pPr>
            <a:lvl2pPr indent="-3175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2pPr>
            <a:lvl3pPr indent="-3175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3pPr>
            <a:lvl4pPr indent="-3175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dk2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0" name="Google Shape;460;p92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1" name="Google Shape;461;p92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2" name="Google Shape;462;p92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ubjects">
  <p:cSld name="Three Subjects">
    <p:spTree>
      <p:nvGrpSpPr>
        <p:cNvPr id="463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93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5" name="Google Shape;465;p93"/>
          <p:cNvSpPr txBox="1"/>
          <p:nvPr>
            <p:ph idx="1" type="body"/>
          </p:nvPr>
        </p:nvSpPr>
        <p:spPr>
          <a:xfrm>
            <a:off x="333730" y="1069097"/>
            <a:ext cx="8477998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6" name="Google Shape;466;p93"/>
          <p:cNvSpPr/>
          <p:nvPr>
            <p:ph idx="2" type="pic"/>
          </p:nvPr>
        </p:nvSpPr>
        <p:spPr>
          <a:xfrm>
            <a:off x="1414371" y="1690480"/>
            <a:ext cx="1360579" cy="1350936"/>
          </a:xfrm>
          <a:prstGeom prst="rect">
            <a:avLst/>
          </a:prstGeom>
          <a:noFill/>
          <a:ln>
            <a:noFill/>
          </a:ln>
        </p:spPr>
      </p:sp>
      <p:sp>
        <p:nvSpPr>
          <p:cNvPr id="467" name="Google Shape;467;p93"/>
          <p:cNvSpPr txBox="1"/>
          <p:nvPr>
            <p:ph idx="3" type="body"/>
          </p:nvPr>
        </p:nvSpPr>
        <p:spPr>
          <a:xfrm>
            <a:off x="1082841" y="3327027"/>
            <a:ext cx="2023637" cy="773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0" i="1" sz="16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68" name="Google Shape;468;p93"/>
          <p:cNvSpPr/>
          <p:nvPr>
            <p:ph idx="4" type="pic"/>
          </p:nvPr>
        </p:nvSpPr>
        <p:spPr>
          <a:xfrm>
            <a:off x="3932146" y="1690480"/>
            <a:ext cx="1360579" cy="1350936"/>
          </a:xfrm>
          <a:prstGeom prst="rect">
            <a:avLst/>
          </a:prstGeom>
          <a:noFill/>
          <a:ln>
            <a:noFill/>
          </a:ln>
        </p:spPr>
      </p:sp>
      <p:sp>
        <p:nvSpPr>
          <p:cNvPr id="469" name="Google Shape;469;p93"/>
          <p:cNvSpPr txBox="1"/>
          <p:nvPr>
            <p:ph idx="5" type="body"/>
          </p:nvPr>
        </p:nvSpPr>
        <p:spPr>
          <a:xfrm>
            <a:off x="3607273" y="3327027"/>
            <a:ext cx="2023637" cy="773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0" i="1" sz="16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0" name="Google Shape;470;p93"/>
          <p:cNvSpPr/>
          <p:nvPr>
            <p:ph idx="6" type="pic"/>
          </p:nvPr>
        </p:nvSpPr>
        <p:spPr>
          <a:xfrm>
            <a:off x="6456746" y="1690480"/>
            <a:ext cx="1360579" cy="1350936"/>
          </a:xfrm>
          <a:prstGeom prst="rect">
            <a:avLst/>
          </a:prstGeom>
          <a:noFill/>
          <a:ln>
            <a:noFill/>
          </a:ln>
        </p:spPr>
      </p:sp>
      <p:sp>
        <p:nvSpPr>
          <p:cNvPr id="471" name="Google Shape;471;p93"/>
          <p:cNvSpPr txBox="1"/>
          <p:nvPr>
            <p:ph idx="7" type="body"/>
          </p:nvPr>
        </p:nvSpPr>
        <p:spPr>
          <a:xfrm>
            <a:off x="6131706" y="3327027"/>
            <a:ext cx="2023637" cy="773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600"/>
              <a:buFont typeface="Noto Sans Symbols"/>
              <a:buNone/>
              <a:defRPr b="0" i="1" sz="16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25000"/>
              </a:lnSpc>
              <a:spcBef>
                <a:spcPts val="5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2" name="Google Shape;472;p93"/>
          <p:cNvSpPr txBox="1"/>
          <p:nvPr>
            <p:ph idx="8" type="body"/>
          </p:nvPr>
        </p:nvSpPr>
        <p:spPr>
          <a:xfrm>
            <a:off x="665340" y="4556155"/>
            <a:ext cx="7813319" cy="1231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b="0" i="1" sz="12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3" name="Google Shape;473;p93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4" name="Google Shape;474;p93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5" name="Google Shape;475;p93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6.Body_Text&amp;Visual_2columns">
  <p:cSld name="06.Body_Text&amp;Visual_2columns"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p94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8" name="Google Shape;478;p94"/>
          <p:cNvSpPr txBox="1"/>
          <p:nvPr>
            <p:ph idx="1" type="body"/>
          </p:nvPr>
        </p:nvSpPr>
        <p:spPr>
          <a:xfrm>
            <a:off x="333730" y="1069097"/>
            <a:ext cx="8477998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79" name="Google Shape;479;p94"/>
          <p:cNvSpPr txBox="1"/>
          <p:nvPr>
            <p:ph idx="2" type="body"/>
          </p:nvPr>
        </p:nvSpPr>
        <p:spPr>
          <a:xfrm>
            <a:off x="338492" y="1321524"/>
            <a:ext cx="4040381" cy="1615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0" name="Google Shape;480;p94"/>
          <p:cNvSpPr/>
          <p:nvPr>
            <p:ph idx="3" type="pic"/>
          </p:nvPr>
        </p:nvSpPr>
        <p:spPr>
          <a:xfrm>
            <a:off x="333730" y="1592687"/>
            <a:ext cx="1755419" cy="3086579"/>
          </a:xfrm>
          <a:prstGeom prst="rect">
            <a:avLst/>
          </a:prstGeom>
          <a:noFill/>
          <a:ln>
            <a:noFill/>
          </a:ln>
        </p:spPr>
      </p:sp>
      <p:sp>
        <p:nvSpPr>
          <p:cNvPr id="481" name="Google Shape;481;p94"/>
          <p:cNvSpPr txBox="1"/>
          <p:nvPr>
            <p:ph idx="4" type="body"/>
          </p:nvPr>
        </p:nvSpPr>
        <p:spPr>
          <a:xfrm>
            <a:off x="2292107" y="1592687"/>
            <a:ext cx="2086767" cy="30865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08610" lvl="1" marL="914400" marR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6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2" name="Google Shape;482;p94"/>
          <p:cNvSpPr txBox="1"/>
          <p:nvPr>
            <p:ph idx="5" type="body"/>
          </p:nvPr>
        </p:nvSpPr>
        <p:spPr>
          <a:xfrm>
            <a:off x="4571999" y="1321524"/>
            <a:ext cx="4240477" cy="1615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3" name="Google Shape;483;p94"/>
          <p:cNvSpPr/>
          <p:nvPr>
            <p:ph idx="6" type="pic"/>
          </p:nvPr>
        </p:nvSpPr>
        <p:spPr>
          <a:xfrm>
            <a:off x="4572000" y="1592687"/>
            <a:ext cx="1755419" cy="3086579"/>
          </a:xfrm>
          <a:prstGeom prst="rect">
            <a:avLst/>
          </a:prstGeom>
          <a:noFill/>
          <a:ln>
            <a:noFill/>
          </a:ln>
        </p:spPr>
      </p:sp>
      <p:sp>
        <p:nvSpPr>
          <p:cNvPr id="484" name="Google Shape;484;p94"/>
          <p:cNvSpPr txBox="1"/>
          <p:nvPr>
            <p:ph idx="7" type="body"/>
          </p:nvPr>
        </p:nvSpPr>
        <p:spPr>
          <a:xfrm>
            <a:off x="6539641" y="1592687"/>
            <a:ext cx="2270629" cy="308657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08610" lvl="1" marL="914400" marR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60"/>
              <a:buFont typeface="Verdana"/>
              <a:buChar char="•"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SzPts val="1400"/>
              <a:buFont typeface="Verdana"/>
              <a:buChar char="•"/>
              <a:defRPr b="0" i="0" sz="1400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30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85" name="Google Shape;485;p94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6" name="Google Shape;486;p94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7" name="Google Shape;487;p94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9.Series_Pictograms">
  <p:cSld name="09.Series_Pictograms">
    <p:spTree>
      <p:nvGrpSpPr>
        <p:cNvPr id="488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95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0" name="Google Shape;490;p95"/>
          <p:cNvSpPr txBox="1"/>
          <p:nvPr>
            <p:ph idx="1" type="body"/>
          </p:nvPr>
        </p:nvSpPr>
        <p:spPr>
          <a:xfrm>
            <a:off x="333730" y="1069097"/>
            <a:ext cx="8477998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1" name="Google Shape;491;p95"/>
          <p:cNvSpPr txBox="1"/>
          <p:nvPr>
            <p:ph idx="2" type="body"/>
          </p:nvPr>
        </p:nvSpPr>
        <p:spPr>
          <a:xfrm>
            <a:off x="331526" y="1340691"/>
            <a:ext cx="2120260" cy="3338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2" name="Google Shape;492;p95"/>
          <p:cNvSpPr/>
          <p:nvPr>
            <p:ph idx="3" type="pic"/>
          </p:nvPr>
        </p:nvSpPr>
        <p:spPr>
          <a:xfrm>
            <a:off x="4138726" y="1623670"/>
            <a:ext cx="529352" cy="525600"/>
          </a:xfrm>
          <a:prstGeom prst="rect">
            <a:avLst/>
          </a:prstGeom>
          <a:noFill/>
          <a:ln>
            <a:noFill/>
          </a:ln>
        </p:spPr>
      </p:sp>
      <p:sp>
        <p:nvSpPr>
          <p:cNvPr id="493" name="Google Shape;493;p95"/>
          <p:cNvSpPr txBox="1"/>
          <p:nvPr>
            <p:ph idx="4" type="body"/>
          </p:nvPr>
        </p:nvSpPr>
        <p:spPr>
          <a:xfrm>
            <a:off x="3414168" y="2272517"/>
            <a:ext cx="1980000" cy="5511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28600" lvl="2" marL="137160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95"/>
          <p:cNvSpPr/>
          <p:nvPr>
            <p:ph idx="5" type="pic"/>
          </p:nvPr>
        </p:nvSpPr>
        <p:spPr>
          <a:xfrm>
            <a:off x="6922811" y="1623670"/>
            <a:ext cx="529352" cy="525600"/>
          </a:xfrm>
          <a:prstGeom prst="rect">
            <a:avLst/>
          </a:prstGeom>
          <a:noFill/>
          <a:ln>
            <a:noFill/>
          </a:ln>
        </p:spPr>
      </p:sp>
      <p:sp>
        <p:nvSpPr>
          <p:cNvPr id="495" name="Google Shape;495;p95"/>
          <p:cNvSpPr txBox="1"/>
          <p:nvPr>
            <p:ph idx="6" type="body"/>
          </p:nvPr>
        </p:nvSpPr>
        <p:spPr>
          <a:xfrm>
            <a:off x="6201942" y="2272517"/>
            <a:ext cx="1980000" cy="5511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28600" lvl="2" marL="137160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95"/>
          <p:cNvSpPr/>
          <p:nvPr>
            <p:ph idx="7" type="pic"/>
          </p:nvPr>
        </p:nvSpPr>
        <p:spPr>
          <a:xfrm>
            <a:off x="4138726" y="3209891"/>
            <a:ext cx="529352" cy="525600"/>
          </a:xfrm>
          <a:prstGeom prst="rect">
            <a:avLst/>
          </a:prstGeom>
          <a:noFill/>
          <a:ln>
            <a:noFill/>
          </a:ln>
        </p:spPr>
      </p:sp>
      <p:sp>
        <p:nvSpPr>
          <p:cNvPr id="497" name="Google Shape;497;p95"/>
          <p:cNvSpPr txBox="1"/>
          <p:nvPr>
            <p:ph idx="8" type="body"/>
          </p:nvPr>
        </p:nvSpPr>
        <p:spPr>
          <a:xfrm>
            <a:off x="3414168" y="3860427"/>
            <a:ext cx="1980000" cy="5511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28600" lvl="2" marL="137160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8" name="Google Shape;498;p95"/>
          <p:cNvSpPr/>
          <p:nvPr>
            <p:ph idx="9" type="pic"/>
          </p:nvPr>
        </p:nvSpPr>
        <p:spPr>
          <a:xfrm>
            <a:off x="6922811" y="3209891"/>
            <a:ext cx="529352" cy="5256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95"/>
          <p:cNvSpPr txBox="1"/>
          <p:nvPr>
            <p:ph idx="13" type="body"/>
          </p:nvPr>
        </p:nvSpPr>
        <p:spPr>
          <a:xfrm>
            <a:off x="6201942" y="3860427"/>
            <a:ext cx="1980000" cy="55116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000"/>
              <a:buFont typeface="Noto Sans Symbols"/>
              <a:buNone/>
              <a:defRPr b="0" i="0" sz="20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28600" lvl="2" marL="1371600" algn="ctr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00" name="Google Shape;500;p95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1" name="Google Shape;501;p95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2" name="Google Shape;502;p95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">
  <p:cSld name="Table">
    <p:bg>
      <p:bgPr>
        <a:solidFill>
          <a:schemeClr val="lt1"/>
        </a:solidFill>
      </p:bgPr>
    </p:bg>
    <p:spTree>
      <p:nvGrpSpPr>
        <p:cNvPr id="503" name="Shape 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4" name="Google Shape;504;p96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5" name="Google Shape;505;p96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6" name="Google Shape;506;p96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7" name="Google Shape;507;p96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7.ColumnTitle+3columns_NoVisual_Color3">
  <p:cSld name="07.ColumnTitle+3columns_NoVisual_Color3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97"/>
          <p:cNvSpPr/>
          <p:nvPr/>
        </p:nvSpPr>
        <p:spPr>
          <a:xfrm>
            <a:off x="0" y="0"/>
            <a:ext cx="27972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510" name="Google Shape;510;p97"/>
          <p:cNvSpPr txBox="1"/>
          <p:nvPr>
            <p:ph type="title"/>
          </p:nvPr>
        </p:nvSpPr>
        <p:spPr>
          <a:xfrm>
            <a:off x="331200" y="288000"/>
            <a:ext cx="2118055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Verdana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1" name="Google Shape;511;p97"/>
          <p:cNvSpPr txBox="1"/>
          <p:nvPr>
            <p:ph idx="1" type="body"/>
          </p:nvPr>
        </p:nvSpPr>
        <p:spPr>
          <a:xfrm>
            <a:off x="333730" y="1071318"/>
            <a:ext cx="2116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2" name="Google Shape;512;p97"/>
          <p:cNvSpPr txBox="1"/>
          <p:nvPr>
            <p:ph idx="2" type="body"/>
          </p:nvPr>
        </p:nvSpPr>
        <p:spPr>
          <a:xfrm>
            <a:off x="331526" y="1340691"/>
            <a:ext cx="2120260" cy="3338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None/>
              <a:defRPr>
                <a:solidFill>
                  <a:schemeClr val="dk2"/>
                </a:solidFill>
              </a:defRPr>
            </a:lvl1pPr>
            <a:lvl2pPr indent="-3175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2pPr>
            <a:lvl3pPr indent="-3175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3pPr>
            <a:lvl4pPr indent="-3175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Font typeface="Verdana"/>
              <a:buChar char="•"/>
              <a:defRPr>
                <a:solidFill>
                  <a:schemeClr val="dk2"/>
                </a:solidFill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>
                <a:solidFill>
                  <a:schemeClr val="dk2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3" name="Google Shape;513;p97"/>
          <p:cNvSpPr txBox="1"/>
          <p:nvPr>
            <p:ph idx="3" type="body"/>
          </p:nvPr>
        </p:nvSpPr>
        <p:spPr>
          <a:xfrm>
            <a:off x="3392183" y="1341138"/>
            <a:ext cx="1381124" cy="5856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sz="1400" cap="none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921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latin typeface="Arial"/>
                <a:ea typeface="Arial"/>
                <a:cs typeface="Arial"/>
                <a:sym typeface="Arial"/>
              </a:defRPr>
            </a:lvl2pPr>
            <a:lvl3pPr indent="-31115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300"/>
              <a:buChar char="•"/>
              <a:defRPr sz="1300" cap="none">
                <a:latin typeface="Arial"/>
                <a:ea typeface="Arial"/>
                <a:cs typeface="Arial"/>
                <a:sym typeface="Arial"/>
              </a:defRPr>
            </a:lvl3pPr>
            <a:lvl4pPr indent="-2794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 cap="none">
                <a:latin typeface="Sen"/>
                <a:ea typeface="Sen"/>
                <a:cs typeface="Sen"/>
                <a:sym typeface="Sen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4" name="Google Shape;514;p97"/>
          <p:cNvSpPr/>
          <p:nvPr>
            <p:ph idx="4" type="dgm"/>
          </p:nvPr>
        </p:nvSpPr>
        <p:spPr>
          <a:xfrm rot="5400000">
            <a:off x="4045452" y="1273523"/>
            <a:ext cx="74583" cy="13811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15" name="Google Shape;515;p97"/>
          <p:cNvSpPr txBox="1"/>
          <p:nvPr>
            <p:ph idx="5" type="body"/>
          </p:nvPr>
        </p:nvSpPr>
        <p:spPr>
          <a:xfrm>
            <a:off x="3392182" y="2001376"/>
            <a:ext cx="1381123" cy="804861"/>
          </a:xfrm>
          <a:prstGeom prst="rect">
            <a:avLst/>
          </a:prstGeom>
          <a:solidFill>
            <a:srgbClr val="F5F3F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317500" lvl="1" marL="914400"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b="1" sz="1400">
                <a:solidFill>
                  <a:schemeClr val="dk1"/>
                </a:solidFill>
              </a:defRPr>
            </a:lvl2pPr>
            <a:lvl3pPr indent="-276225" lvl="2" marL="137160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750"/>
              <a:buChar char="•"/>
              <a:defRPr b="1" sz="75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6225" lvl="3" marL="182880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750"/>
              <a:buChar char="•"/>
              <a:defRPr sz="750">
                <a:solidFill>
                  <a:srgbClr val="000000"/>
                </a:solidFill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000000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6" name="Google Shape;516;p97"/>
          <p:cNvSpPr/>
          <p:nvPr>
            <p:ph idx="6" type="dgm"/>
          </p:nvPr>
        </p:nvSpPr>
        <p:spPr>
          <a:xfrm rot="5400000">
            <a:off x="4012075" y="2934052"/>
            <a:ext cx="141336" cy="2714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17" name="Google Shape;517;p97"/>
          <p:cNvSpPr txBox="1"/>
          <p:nvPr>
            <p:ph idx="7" type="body"/>
          </p:nvPr>
        </p:nvSpPr>
        <p:spPr>
          <a:xfrm>
            <a:off x="3392182" y="3333333"/>
            <a:ext cx="1381123" cy="804860"/>
          </a:xfrm>
          <a:prstGeom prst="rect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50"/>
              <a:buNone/>
              <a:defRPr b="0" i="0" sz="125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115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300"/>
              <a:buChar char="•"/>
              <a:defRPr sz="1300" cap="none">
                <a:latin typeface="Arial"/>
                <a:ea typeface="Arial"/>
                <a:cs typeface="Arial"/>
                <a:sym typeface="Arial"/>
              </a:defRPr>
            </a:lvl3pPr>
            <a:lvl4pPr indent="-2794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 cap="none">
                <a:latin typeface="Sen"/>
                <a:ea typeface="Sen"/>
                <a:cs typeface="Sen"/>
                <a:sym typeface="Sen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8" name="Google Shape;518;p97"/>
          <p:cNvSpPr txBox="1"/>
          <p:nvPr>
            <p:ph idx="8" type="body"/>
          </p:nvPr>
        </p:nvSpPr>
        <p:spPr>
          <a:xfrm>
            <a:off x="5262247" y="1341138"/>
            <a:ext cx="1381124" cy="5856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sz="1400" cap="none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921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latin typeface="Arial"/>
                <a:ea typeface="Arial"/>
                <a:cs typeface="Arial"/>
                <a:sym typeface="Arial"/>
              </a:defRPr>
            </a:lvl2pPr>
            <a:lvl3pPr indent="-31115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300"/>
              <a:buChar char="•"/>
              <a:defRPr sz="1300" cap="none">
                <a:latin typeface="Arial"/>
                <a:ea typeface="Arial"/>
                <a:cs typeface="Arial"/>
                <a:sym typeface="Arial"/>
              </a:defRPr>
            </a:lvl3pPr>
            <a:lvl4pPr indent="-2794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 cap="none">
                <a:latin typeface="Sen"/>
                <a:ea typeface="Sen"/>
                <a:cs typeface="Sen"/>
                <a:sym typeface="Sen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9" name="Google Shape;519;p97"/>
          <p:cNvSpPr/>
          <p:nvPr>
            <p:ph idx="9" type="dgm"/>
          </p:nvPr>
        </p:nvSpPr>
        <p:spPr>
          <a:xfrm rot="5400000">
            <a:off x="5915516" y="1273523"/>
            <a:ext cx="74583" cy="13811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20" name="Google Shape;520;p97"/>
          <p:cNvSpPr txBox="1"/>
          <p:nvPr>
            <p:ph idx="13" type="body"/>
          </p:nvPr>
        </p:nvSpPr>
        <p:spPr>
          <a:xfrm>
            <a:off x="5262246" y="2001376"/>
            <a:ext cx="1381123" cy="804861"/>
          </a:xfrm>
          <a:prstGeom prst="rect">
            <a:avLst/>
          </a:prstGeom>
          <a:solidFill>
            <a:srgbClr val="F5F3F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b="1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6225" lvl="2" marL="137160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750"/>
              <a:buChar char="•"/>
              <a:defRPr b="1" sz="75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6225" lvl="3" marL="182880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750"/>
              <a:buChar char="•"/>
              <a:defRPr sz="750">
                <a:solidFill>
                  <a:srgbClr val="000000"/>
                </a:solidFill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000000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1" name="Google Shape;521;p97"/>
          <p:cNvSpPr/>
          <p:nvPr>
            <p:ph idx="14" type="dgm"/>
          </p:nvPr>
        </p:nvSpPr>
        <p:spPr>
          <a:xfrm rot="5400000">
            <a:off x="5882139" y="2934052"/>
            <a:ext cx="141336" cy="2714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22" name="Google Shape;522;p97"/>
          <p:cNvSpPr txBox="1"/>
          <p:nvPr>
            <p:ph idx="15" type="body"/>
          </p:nvPr>
        </p:nvSpPr>
        <p:spPr>
          <a:xfrm>
            <a:off x="5262246" y="3333333"/>
            <a:ext cx="1381123" cy="804860"/>
          </a:xfrm>
          <a:prstGeom prst="rect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50"/>
              <a:buNone/>
              <a:defRPr b="0" i="0" sz="125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115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300"/>
              <a:buChar char="•"/>
              <a:defRPr sz="1300" cap="none">
                <a:latin typeface="Arial"/>
                <a:ea typeface="Arial"/>
                <a:cs typeface="Arial"/>
                <a:sym typeface="Arial"/>
              </a:defRPr>
            </a:lvl3pPr>
            <a:lvl4pPr indent="-2794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 cap="none">
                <a:latin typeface="Sen"/>
                <a:ea typeface="Sen"/>
                <a:cs typeface="Sen"/>
                <a:sym typeface="Sen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3" name="Google Shape;523;p97"/>
          <p:cNvSpPr txBox="1"/>
          <p:nvPr>
            <p:ph idx="16" type="body"/>
          </p:nvPr>
        </p:nvSpPr>
        <p:spPr>
          <a:xfrm>
            <a:off x="7132318" y="1341138"/>
            <a:ext cx="1381124" cy="58565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sz="1400" cap="none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921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latin typeface="Arial"/>
                <a:ea typeface="Arial"/>
                <a:cs typeface="Arial"/>
                <a:sym typeface="Arial"/>
              </a:defRPr>
            </a:lvl2pPr>
            <a:lvl3pPr indent="-31115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300"/>
              <a:buChar char="•"/>
              <a:defRPr sz="1300" cap="none">
                <a:latin typeface="Arial"/>
                <a:ea typeface="Arial"/>
                <a:cs typeface="Arial"/>
                <a:sym typeface="Arial"/>
              </a:defRPr>
            </a:lvl3pPr>
            <a:lvl4pPr indent="-2794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 cap="none">
                <a:latin typeface="Sen"/>
                <a:ea typeface="Sen"/>
                <a:cs typeface="Sen"/>
                <a:sym typeface="Sen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4" name="Google Shape;524;p97"/>
          <p:cNvSpPr/>
          <p:nvPr>
            <p:ph idx="17" type="dgm"/>
          </p:nvPr>
        </p:nvSpPr>
        <p:spPr>
          <a:xfrm rot="5400000">
            <a:off x="7785587" y="1273523"/>
            <a:ext cx="74583" cy="13811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25" name="Google Shape;525;p97"/>
          <p:cNvSpPr txBox="1"/>
          <p:nvPr>
            <p:ph idx="18" type="body"/>
          </p:nvPr>
        </p:nvSpPr>
        <p:spPr>
          <a:xfrm>
            <a:off x="7132317" y="2001376"/>
            <a:ext cx="1381123" cy="804861"/>
          </a:xfrm>
          <a:prstGeom prst="rect">
            <a:avLst/>
          </a:prstGeom>
          <a:solidFill>
            <a:srgbClr val="F5F3F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Char char="•"/>
              <a:defRPr b="1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76225" lvl="2" marL="137160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750"/>
              <a:buChar char="•"/>
              <a:defRPr b="1" sz="75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276225" lvl="3" marL="1828800"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  <a:buSzPts val="750"/>
              <a:buChar char="•"/>
              <a:defRPr sz="750">
                <a:solidFill>
                  <a:srgbClr val="000000"/>
                </a:solidFill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>
                <a:solidFill>
                  <a:srgbClr val="000000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26" name="Google Shape;526;p97"/>
          <p:cNvSpPr/>
          <p:nvPr>
            <p:ph idx="19" type="dgm"/>
          </p:nvPr>
        </p:nvSpPr>
        <p:spPr>
          <a:xfrm rot="5400000">
            <a:off x="7752210" y="2934052"/>
            <a:ext cx="141336" cy="271466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27" name="Google Shape;527;p97"/>
          <p:cNvSpPr txBox="1"/>
          <p:nvPr>
            <p:ph idx="20" type="body"/>
          </p:nvPr>
        </p:nvSpPr>
        <p:spPr>
          <a:xfrm>
            <a:off x="7132317" y="3333333"/>
            <a:ext cx="1381123" cy="804860"/>
          </a:xfrm>
          <a:prstGeom prst="rect">
            <a:avLst/>
          </a:prstGeom>
          <a:noFill/>
          <a:ln cap="flat" cmpd="sng" w="9525">
            <a:solidFill>
              <a:schemeClr val="accen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50"/>
              <a:buNone/>
              <a:defRPr b="0" i="0" sz="1250" u="none" cap="none" strike="noStrike">
                <a:solidFill>
                  <a:schemeClr val="accen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115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300"/>
              <a:buChar char="•"/>
              <a:defRPr sz="1300" cap="none">
                <a:latin typeface="Arial"/>
                <a:ea typeface="Arial"/>
                <a:cs typeface="Arial"/>
                <a:sym typeface="Arial"/>
              </a:defRPr>
            </a:lvl3pPr>
            <a:lvl4pPr indent="-2794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 cap="none">
                <a:latin typeface="Sen"/>
                <a:ea typeface="Sen"/>
                <a:cs typeface="Sen"/>
                <a:sym typeface="Sen"/>
              </a:defRPr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528" name="Google Shape;528;p97"/>
          <p:cNvGrpSpPr/>
          <p:nvPr/>
        </p:nvGrpSpPr>
        <p:grpSpPr>
          <a:xfrm>
            <a:off x="331191" y="4746707"/>
            <a:ext cx="804755" cy="207184"/>
            <a:chOff x="4767702" y="-472136"/>
            <a:chExt cx="745525" cy="191931"/>
          </a:xfrm>
        </p:grpSpPr>
        <p:sp>
          <p:nvSpPr>
            <p:cNvPr id="529" name="Google Shape;529;p97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530" name="Google Shape;530;p97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531" name="Google Shape;531;p97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532" name="Google Shape;532;p97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3" name="Google Shape;533;p97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4" name="Google Shape;534;p97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with Chart">
  <p:cSld name="Title and Content with Chart">
    <p:spTree>
      <p:nvGrpSpPr>
        <p:cNvPr id="535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" name="Google Shape;536;p98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7" name="Google Shape;537;p98"/>
          <p:cNvSpPr txBox="1"/>
          <p:nvPr>
            <p:ph idx="1" type="body"/>
          </p:nvPr>
        </p:nvSpPr>
        <p:spPr>
          <a:xfrm>
            <a:off x="333730" y="1069097"/>
            <a:ext cx="8477998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8" name="Google Shape;538;p98"/>
          <p:cNvSpPr txBox="1"/>
          <p:nvPr>
            <p:ph idx="2" type="body"/>
          </p:nvPr>
        </p:nvSpPr>
        <p:spPr>
          <a:xfrm>
            <a:off x="331526" y="1340691"/>
            <a:ext cx="2120260" cy="33385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9" name="Google Shape;539;p98"/>
          <p:cNvSpPr/>
          <p:nvPr>
            <p:ph idx="3" type="chart"/>
          </p:nvPr>
        </p:nvSpPr>
        <p:spPr>
          <a:xfrm>
            <a:off x="2813050" y="1339889"/>
            <a:ext cx="5991225" cy="2990367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marR="0" rt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40" name="Google Shape;540;p98"/>
          <p:cNvSpPr txBox="1"/>
          <p:nvPr>
            <p:ph idx="4" type="body"/>
          </p:nvPr>
        </p:nvSpPr>
        <p:spPr>
          <a:xfrm>
            <a:off x="2813050" y="4443975"/>
            <a:ext cx="6007204" cy="23529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indent="-3048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•"/>
              <a:defRPr sz="1200"/>
            </a:lvl2pPr>
            <a:lvl3pPr indent="-3048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•"/>
              <a:defRPr sz="1200"/>
            </a:lvl3pPr>
            <a:lvl4pPr indent="-3048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•"/>
              <a:defRPr sz="1200"/>
            </a:lvl4pPr>
            <a:lvl5pPr indent="-3048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Char char="•"/>
              <a:defRPr sz="12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1" name="Google Shape;541;p98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2" name="Google Shape;542;p98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3" name="Google Shape;543;p98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peline">
  <p:cSld name="Pipeline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9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6" name="Google Shape;546;p99"/>
          <p:cNvSpPr txBox="1"/>
          <p:nvPr>
            <p:ph idx="1" type="body"/>
          </p:nvPr>
        </p:nvSpPr>
        <p:spPr>
          <a:xfrm>
            <a:off x="333730" y="1069097"/>
            <a:ext cx="8477998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7" name="Google Shape;547;p99"/>
          <p:cNvSpPr/>
          <p:nvPr>
            <p:ph idx="2" type="pic"/>
          </p:nvPr>
        </p:nvSpPr>
        <p:spPr>
          <a:xfrm>
            <a:off x="863819" y="1521256"/>
            <a:ext cx="916903" cy="910404"/>
          </a:xfrm>
          <a:prstGeom prst="rect">
            <a:avLst/>
          </a:prstGeom>
          <a:noFill/>
          <a:ln>
            <a:noFill/>
          </a:ln>
        </p:spPr>
      </p:sp>
      <p:sp>
        <p:nvSpPr>
          <p:cNvPr id="548" name="Google Shape;548;p99"/>
          <p:cNvSpPr txBox="1"/>
          <p:nvPr>
            <p:ph idx="3" type="body"/>
          </p:nvPr>
        </p:nvSpPr>
        <p:spPr>
          <a:xfrm>
            <a:off x="332271" y="2758613"/>
            <a:ext cx="1980000" cy="358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b="0"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9" name="Google Shape;549;p99"/>
          <p:cNvSpPr/>
          <p:nvPr>
            <p:ph idx="4" type="dgm"/>
          </p:nvPr>
        </p:nvSpPr>
        <p:spPr>
          <a:xfrm>
            <a:off x="1208555" y="3220952"/>
            <a:ext cx="219579" cy="2180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50" name="Google Shape;550;p99"/>
          <p:cNvSpPr txBox="1"/>
          <p:nvPr>
            <p:ph idx="5" type="body"/>
          </p:nvPr>
        </p:nvSpPr>
        <p:spPr>
          <a:xfrm>
            <a:off x="332271" y="3542567"/>
            <a:ext cx="1980000" cy="971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1" name="Google Shape;551;p99"/>
          <p:cNvSpPr/>
          <p:nvPr>
            <p:ph idx="6" type="pic"/>
          </p:nvPr>
        </p:nvSpPr>
        <p:spPr>
          <a:xfrm>
            <a:off x="3030305" y="1521256"/>
            <a:ext cx="916903" cy="910404"/>
          </a:xfrm>
          <a:prstGeom prst="rect">
            <a:avLst/>
          </a:prstGeom>
          <a:noFill/>
          <a:ln>
            <a:noFill/>
          </a:ln>
        </p:spPr>
      </p:sp>
      <p:sp>
        <p:nvSpPr>
          <p:cNvPr id="552" name="Google Shape;552;p99"/>
          <p:cNvSpPr txBox="1"/>
          <p:nvPr>
            <p:ph idx="7" type="body"/>
          </p:nvPr>
        </p:nvSpPr>
        <p:spPr>
          <a:xfrm>
            <a:off x="2498757" y="2758613"/>
            <a:ext cx="1980000" cy="358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b="0"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3" name="Google Shape;553;p99"/>
          <p:cNvSpPr/>
          <p:nvPr>
            <p:ph idx="8" type="dgm"/>
          </p:nvPr>
        </p:nvSpPr>
        <p:spPr>
          <a:xfrm>
            <a:off x="3375041" y="3220952"/>
            <a:ext cx="219579" cy="2180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54" name="Google Shape;554;p99"/>
          <p:cNvSpPr txBox="1"/>
          <p:nvPr>
            <p:ph idx="9" type="body"/>
          </p:nvPr>
        </p:nvSpPr>
        <p:spPr>
          <a:xfrm>
            <a:off x="2498757" y="3542567"/>
            <a:ext cx="1980000" cy="971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5" name="Google Shape;555;p99"/>
          <p:cNvSpPr/>
          <p:nvPr>
            <p:ph idx="13" type="pic"/>
          </p:nvPr>
        </p:nvSpPr>
        <p:spPr>
          <a:xfrm>
            <a:off x="5196791" y="1521256"/>
            <a:ext cx="916903" cy="910404"/>
          </a:xfrm>
          <a:prstGeom prst="rect">
            <a:avLst/>
          </a:prstGeom>
          <a:noFill/>
          <a:ln>
            <a:noFill/>
          </a:ln>
        </p:spPr>
      </p:sp>
      <p:sp>
        <p:nvSpPr>
          <p:cNvPr id="556" name="Google Shape;556;p99"/>
          <p:cNvSpPr txBox="1"/>
          <p:nvPr>
            <p:ph idx="14" type="body"/>
          </p:nvPr>
        </p:nvSpPr>
        <p:spPr>
          <a:xfrm>
            <a:off x="4665243" y="2758613"/>
            <a:ext cx="1980000" cy="358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b="0"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7" name="Google Shape;557;p99"/>
          <p:cNvSpPr/>
          <p:nvPr>
            <p:ph idx="15" type="dgm"/>
          </p:nvPr>
        </p:nvSpPr>
        <p:spPr>
          <a:xfrm>
            <a:off x="5541527" y="3220952"/>
            <a:ext cx="219579" cy="2180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58" name="Google Shape;558;p99"/>
          <p:cNvSpPr txBox="1"/>
          <p:nvPr>
            <p:ph idx="16" type="body"/>
          </p:nvPr>
        </p:nvSpPr>
        <p:spPr>
          <a:xfrm>
            <a:off x="4665243" y="3542567"/>
            <a:ext cx="1980000" cy="971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9" name="Google Shape;559;p99"/>
          <p:cNvSpPr/>
          <p:nvPr>
            <p:ph idx="17" type="pic"/>
          </p:nvPr>
        </p:nvSpPr>
        <p:spPr>
          <a:xfrm>
            <a:off x="7363278" y="1521256"/>
            <a:ext cx="916903" cy="910404"/>
          </a:xfrm>
          <a:prstGeom prst="rect">
            <a:avLst/>
          </a:prstGeom>
          <a:noFill/>
          <a:ln>
            <a:noFill/>
          </a:ln>
        </p:spPr>
      </p:sp>
      <p:sp>
        <p:nvSpPr>
          <p:cNvPr id="560" name="Google Shape;560;p99"/>
          <p:cNvSpPr txBox="1"/>
          <p:nvPr>
            <p:ph idx="18" type="body"/>
          </p:nvPr>
        </p:nvSpPr>
        <p:spPr>
          <a:xfrm>
            <a:off x="6831730" y="2758613"/>
            <a:ext cx="1980000" cy="3587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b="0"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1" name="Google Shape;561;p99"/>
          <p:cNvSpPr/>
          <p:nvPr>
            <p:ph idx="19" type="dgm"/>
          </p:nvPr>
        </p:nvSpPr>
        <p:spPr>
          <a:xfrm>
            <a:off x="7708014" y="3220952"/>
            <a:ext cx="219579" cy="21802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62" name="Google Shape;562;p99"/>
          <p:cNvSpPr txBox="1"/>
          <p:nvPr>
            <p:ph idx="20" type="body"/>
          </p:nvPr>
        </p:nvSpPr>
        <p:spPr>
          <a:xfrm>
            <a:off x="6831730" y="3542567"/>
            <a:ext cx="1980000" cy="971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3" name="Google Shape;563;p99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4" name="Google Shape;564;p99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5" name="Google Shape;565;p99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566" name="Shape 5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7" name="Google Shape;567;p100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8" name="Google Shape;568;p100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9" name="Google Shape;569;p100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0" name="Google Shape;570;p100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meline">
  <p:cSld name="Timeline">
    <p:bg>
      <p:bgPr>
        <a:solidFill>
          <a:schemeClr val="lt1"/>
        </a:solidFill>
      </p:bgPr>
    </p:bg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p101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3" name="Google Shape;573;p101"/>
          <p:cNvSpPr txBox="1"/>
          <p:nvPr>
            <p:ph idx="1" type="body"/>
          </p:nvPr>
        </p:nvSpPr>
        <p:spPr>
          <a:xfrm>
            <a:off x="333730" y="1069097"/>
            <a:ext cx="8477998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4" name="Google Shape;574;p101"/>
          <p:cNvSpPr txBox="1"/>
          <p:nvPr>
            <p:ph idx="2" type="body"/>
          </p:nvPr>
        </p:nvSpPr>
        <p:spPr>
          <a:xfrm>
            <a:off x="278606" y="1742069"/>
            <a:ext cx="1135118" cy="112757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400"/>
              <a:buFont typeface="Arial"/>
              <a:buNone/>
              <a:defRPr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5" name="Google Shape;575;p101"/>
          <p:cNvSpPr txBox="1"/>
          <p:nvPr>
            <p:ph idx="3" type="body"/>
          </p:nvPr>
        </p:nvSpPr>
        <p:spPr>
          <a:xfrm>
            <a:off x="1518973" y="3243607"/>
            <a:ext cx="1135118" cy="112757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6" name="Google Shape;576;p101"/>
          <p:cNvSpPr txBox="1"/>
          <p:nvPr>
            <p:ph idx="4" type="body"/>
          </p:nvPr>
        </p:nvSpPr>
        <p:spPr>
          <a:xfrm>
            <a:off x="2762252" y="1742069"/>
            <a:ext cx="1135118" cy="112757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None/>
              <a:defRPr b="0"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7" name="Google Shape;577;p101"/>
          <p:cNvSpPr txBox="1"/>
          <p:nvPr>
            <p:ph idx="5" type="body"/>
          </p:nvPr>
        </p:nvSpPr>
        <p:spPr>
          <a:xfrm>
            <a:off x="3999160" y="3243607"/>
            <a:ext cx="1135118" cy="112757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8" name="Google Shape;578;p101"/>
          <p:cNvSpPr txBox="1"/>
          <p:nvPr>
            <p:ph idx="6" type="body"/>
          </p:nvPr>
        </p:nvSpPr>
        <p:spPr>
          <a:xfrm>
            <a:off x="5245898" y="1742069"/>
            <a:ext cx="1135118" cy="112757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79" name="Google Shape;579;p101"/>
          <p:cNvSpPr txBox="1"/>
          <p:nvPr>
            <p:ph idx="7" type="body"/>
          </p:nvPr>
        </p:nvSpPr>
        <p:spPr>
          <a:xfrm>
            <a:off x="6479347" y="3243607"/>
            <a:ext cx="1135118" cy="112757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80" name="Google Shape;580;p101"/>
          <p:cNvSpPr txBox="1"/>
          <p:nvPr>
            <p:ph idx="8" type="body"/>
          </p:nvPr>
        </p:nvSpPr>
        <p:spPr>
          <a:xfrm>
            <a:off x="7729545" y="1742069"/>
            <a:ext cx="1135118" cy="1127578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1" anchor="ctr" bIns="0" lIns="0" spcFirstLastPara="1" rIns="0" wrap="square" tIns="0">
            <a:noAutofit/>
          </a:bodyPr>
          <a:lstStyle>
            <a:lvl1pPr indent="-228600" lvl="0" marL="45720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ctr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400"/>
              <a:buFont typeface="Arial"/>
              <a:buNone/>
              <a:defRPr b="0" i="0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581" name="Google Shape;581;p101"/>
          <p:cNvCxnSpPr/>
          <p:nvPr/>
        </p:nvCxnSpPr>
        <p:spPr>
          <a:xfrm>
            <a:off x="342000" y="3038878"/>
            <a:ext cx="8460000" cy="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582" name="Google Shape;582;p101"/>
          <p:cNvSpPr/>
          <p:nvPr>
            <p:ph idx="9" type="dgm"/>
          </p:nvPr>
        </p:nvSpPr>
        <p:spPr>
          <a:xfrm>
            <a:off x="809906" y="3002878"/>
            <a:ext cx="72515" cy="7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83" name="Google Shape;583;p101"/>
          <p:cNvSpPr/>
          <p:nvPr>
            <p:ph idx="13" type="dgm"/>
          </p:nvPr>
        </p:nvSpPr>
        <p:spPr>
          <a:xfrm>
            <a:off x="2050273" y="3002878"/>
            <a:ext cx="72515" cy="7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84" name="Google Shape;584;p101"/>
          <p:cNvSpPr/>
          <p:nvPr>
            <p:ph idx="14" type="dgm"/>
          </p:nvPr>
        </p:nvSpPr>
        <p:spPr>
          <a:xfrm>
            <a:off x="3290640" y="3002878"/>
            <a:ext cx="72515" cy="7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85" name="Google Shape;585;p101"/>
          <p:cNvSpPr/>
          <p:nvPr>
            <p:ph idx="15" type="dgm"/>
          </p:nvPr>
        </p:nvSpPr>
        <p:spPr>
          <a:xfrm>
            <a:off x="4531007" y="3002878"/>
            <a:ext cx="72515" cy="7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86" name="Google Shape;586;p101"/>
          <p:cNvSpPr/>
          <p:nvPr>
            <p:ph idx="16" type="dgm"/>
          </p:nvPr>
        </p:nvSpPr>
        <p:spPr>
          <a:xfrm>
            <a:off x="5771374" y="3002878"/>
            <a:ext cx="72515" cy="7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87" name="Google Shape;587;p101"/>
          <p:cNvSpPr/>
          <p:nvPr>
            <p:ph idx="17" type="dgm"/>
          </p:nvPr>
        </p:nvSpPr>
        <p:spPr>
          <a:xfrm>
            <a:off x="7011741" y="3002878"/>
            <a:ext cx="72515" cy="7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88" name="Google Shape;588;p101"/>
          <p:cNvSpPr/>
          <p:nvPr>
            <p:ph idx="18" type="dgm"/>
          </p:nvPr>
        </p:nvSpPr>
        <p:spPr>
          <a:xfrm>
            <a:off x="8252108" y="3002878"/>
            <a:ext cx="72515" cy="72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"/>
              <a:buFont typeface="Arial"/>
              <a:buNone/>
              <a:defRPr b="0" i="0" sz="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589" name="Google Shape;589;p101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0" name="Google Shape;590;p101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1" name="Google Shape;591;p101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Empty Purple">
  <p:cSld name="Empty Purple">
    <p:spTree>
      <p:nvGrpSpPr>
        <p:cNvPr id="592" name="Shape 5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" name="Google Shape;593;p102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3004C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594" name="Google Shape;594;p102"/>
          <p:cNvSpPr txBox="1"/>
          <p:nvPr>
            <p:ph idx="11" type="ftr"/>
          </p:nvPr>
        </p:nvSpPr>
        <p:spPr>
          <a:xfrm>
            <a:off x="1671799" y="54000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5" name="Google Shape;595;p102"/>
          <p:cNvSpPr txBox="1"/>
          <p:nvPr>
            <p:ph idx="10" type="dt"/>
          </p:nvPr>
        </p:nvSpPr>
        <p:spPr>
          <a:xfrm>
            <a:off x="6548724" y="5400000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6" name="Google Shape;596;p102"/>
          <p:cNvSpPr txBox="1"/>
          <p:nvPr>
            <p:ph idx="12" type="sldNum"/>
          </p:nvPr>
        </p:nvSpPr>
        <p:spPr>
          <a:xfrm>
            <a:off x="8336226" y="5400000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and References">
  <p:cSld name="Title and Content">
    <p:bg>
      <p:bgPr>
        <a:solidFill>
          <a:schemeClr val="lt1"/>
        </a:solidFill>
      </p:bgPr>
    </p:bg>
    <p:spTree>
      <p:nvGrpSpPr>
        <p:cNvPr id="597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p103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9" name="Google Shape;599;p103"/>
          <p:cNvSpPr txBox="1"/>
          <p:nvPr>
            <p:ph idx="1" type="body"/>
          </p:nvPr>
        </p:nvSpPr>
        <p:spPr>
          <a:xfrm>
            <a:off x="333730" y="1071318"/>
            <a:ext cx="8478000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0" name="Google Shape;600;p103"/>
          <p:cNvSpPr txBox="1"/>
          <p:nvPr>
            <p:ph idx="2" type="body"/>
          </p:nvPr>
        </p:nvSpPr>
        <p:spPr>
          <a:xfrm>
            <a:off x="331525" y="1340699"/>
            <a:ext cx="8478000" cy="273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01" name="Google Shape;601;p103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2" name="Google Shape;602;p103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3" name="Google Shape;603;p103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04" name="Google Shape;604;p103"/>
          <p:cNvSpPr txBox="1"/>
          <p:nvPr>
            <p:ph idx="3" type="body"/>
          </p:nvPr>
        </p:nvSpPr>
        <p:spPr>
          <a:xfrm>
            <a:off x="338400" y="4138738"/>
            <a:ext cx="8478000" cy="58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605" name="Shape 6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6" name="Google Shape;606;p104"/>
          <p:cNvSpPr txBox="1"/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500"/>
              <a:buFont typeface="Verdana"/>
              <a:buNone/>
              <a:defRPr sz="45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7" name="Google Shape;607;p104"/>
          <p:cNvSpPr txBox="1"/>
          <p:nvPr>
            <p:ph idx="1" type="subTitle"/>
          </p:nvPr>
        </p:nvSpPr>
        <p:spPr>
          <a:xfrm>
            <a:off x="1143000" y="2701528"/>
            <a:ext cx="6858000" cy="124182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350"/>
              <a:buNone/>
              <a:defRPr sz="1350"/>
            </a:lvl3pPr>
            <a:lvl4pPr lvl="3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sp>
        <p:nvSpPr>
          <p:cNvPr id="608" name="Google Shape;608;p104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9" name="Google Shape;609;p104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0" name="Google Shape;610;p104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isual &amp; Columns">
  <p:cSld name="Visual &amp; Columns"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p105"/>
          <p:cNvSpPr/>
          <p:nvPr>
            <p:ph idx="2" type="pic"/>
          </p:nvPr>
        </p:nvSpPr>
        <p:spPr>
          <a:xfrm>
            <a:off x="3691294" y="117541"/>
            <a:ext cx="4939529" cy="4904516"/>
          </a:xfrm>
          <a:prstGeom prst="rect">
            <a:avLst/>
          </a:prstGeom>
          <a:noFill/>
          <a:ln>
            <a:noFill/>
          </a:ln>
        </p:spPr>
      </p:sp>
      <p:sp>
        <p:nvSpPr>
          <p:cNvPr id="613" name="Google Shape;613;p105"/>
          <p:cNvSpPr txBox="1"/>
          <p:nvPr>
            <p:ph idx="11" type="ftr"/>
          </p:nvPr>
        </p:nvSpPr>
        <p:spPr>
          <a:xfrm>
            <a:off x="1671799" y="5400000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4" name="Google Shape;614;p105"/>
          <p:cNvSpPr txBox="1"/>
          <p:nvPr>
            <p:ph idx="10" type="dt"/>
          </p:nvPr>
        </p:nvSpPr>
        <p:spPr>
          <a:xfrm>
            <a:off x="6548724" y="5400000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5" name="Google Shape;615;p105"/>
          <p:cNvSpPr txBox="1"/>
          <p:nvPr>
            <p:ph idx="12" type="sldNum"/>
          </p:nvPr>
        </p:nvSpPr>
        <p:spPr>
          <a:xfrm>
            <a:off x="8336226" y="5400000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over Image (White logo)" showMasterSp="0">
  <p:cSld name="Text over Image (White logo)">
    <p:bg>
      <p:bgPr>
        <a:solidFill>
          <a:schemeClr val="accent1"/>
        </a:solidFill>
      </p:bgPr>
    </p:bg>
    <p:spTree>
      <p:nvGrpSpPr>
        <p:cNvPr id="616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p107"/>
          <p:cNvSpPr/>
          <p:nvPr>
            <p:ph idx="2" type="pic"/>
          </p:nvPr>
        </p:nvSpPr>
        <p:spPr>
          <a:xfrm>
            <a:off x="1" y="0"/>
            <a:ext cx="4781135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618" name="Google Shape;618;p107"/>
          <p:cNvSpPr txBox="1"/>
          <p:nvPr>
            <p:ph idx="1" type="body"/>
          </p:nvPr>
        </p:nvSpPr>
        <p:spPr>
          <a:xfrm>
            <a:off x="5083918" y="1344695"/>
            <a:ext cx="3712306" cy="70495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200"/>
              <a:buNone/>
              <a:defRPr b="0" i="0" sz="2200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4572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600"/>
              <a:buChar char="•"/>
              <a:defRPr b="0" i="1" sz="36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19" name="Google Shape;619;p107"/>
          <p:cNvSpPr txBox="1"/>
          <p:nvPr>
            <p:ph idx="3" type="body"/>
          </p:nvPr>
        </p:nvSpPr>
        <p:spPr>
          <a:xfrm>
            <a:off x="5083918" y="2186523"/>
            <a:ext cx="3712306" cy="104943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None/>
              <a:defRPr b="0" i="1" sz="3600">
                <a:solidFill>
                  <a:schemeClr val="l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3600"/>
              <a:buFont typeface="Arial"/>
              <a:buNone/>
              <a:defRPr b="0" i="1" sz="3600">
                <a:solidFill>
                  <a:schemeClr val="lt1"/>
                </a:solidFill>
                <a:latin typeface="Georgia"/>
                <a:ea typeface="Georgia"/>
                <a:cs typeface="Georgia"/>
                <a:sym typeface="Georgia"/>
              </a:defRPr>
            </a:lvl2pPr>
            <a:lvl3pPr indent="-3175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sz="1400"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20" name="Google Shape;620;p107"/>
          <p:cNvSpPr txBox="1"/>
          <p:nvPr>
            <p:ph idx="4" type="body"/>
          </p:nvPr>
        </p:nvSpPr>
        <p:spPr>
          <a:xfrm>
            <a:off x="5083918" y="3296919"/>
            <a:ext cx="3712306" cy="53289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96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None/>
              <a:defRPr b="0" i="0" sz="1400">
                <a:solidFill>
                  <a:schemeClr val="lt2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ts val="1400"/>
              <a:buChar char="•"/>
              <a:defRPr b="0" i="0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621" name="Google Shape;621;p107"/>
          <p:cNvGrpSpPr/>
          <p:nvPr/>
        </p:nvGrpSpPr>
        <p:grpSpPr>
          <a:xfrm>
            <a:off x="331191" y="4746707"/>
            <a:ext cx="804755" cy="207184"/>
            <a:chOff x="4767702" y="-472136"/>
            <a:chExt cx="745525" cy="191931"/>
          </a:xfrm>
        </p:grpSpPr>
        <p:sp>
          <p:nvSpPr>
            <p:cNvPr id="622" name="Google Shape;622;p107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623" name="Google Shape;623;p107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624" name="Google Shape;624;p107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625" name="Google Shape;625;p107"/>
          <p:cNvSpPr txBox="1"/>
          <p:nvPr>
            <p:ph idx="10" type="dt"/>
          </p:nvPr>
        </p:nvSpPr>
        <p:spPr>
          <a:xfrm>
            <a:off x="6135065" y="4827335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626" name="Google Shape;626;p107"/>
          <p:cNvCxnSpPr/>
          <p:nvPr/>
        </p:nvCxnSpPr>
        <p:spPr>
          <a:xfrm>
            <a:off x="-556260" y="160020"/>
            <a:ext cx="499007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27" name="Google Shape;627;p107"/>
          <p:cNvSpPr txBox="1"/>
          <p:nvPr/>
        </p:nvSpPr>
        <p:spPr>
          <a:xfrm>
            <a:off x="-2436695" y="45636"/>
            <a:ext cx="1786192" cy="567847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Add Alt Text or mark as decorative: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Right click on the image and select “View Alt Text”.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in the blank field that appears on the right of the slide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If Alt Text isn’t relevant, tick the box to “Mark element as decorative”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8" name="Google Shape;628;p10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169241" y="2507594"/>
            <a:ext cx="307086" cy="622046"/>
          </a:xfrm>
          <a:prstGeom prst="rect">
            <a:avLst/>
          </a:prstGeom>
          <a:noFill/>
          <a:ln>
            <a:noFill/>
          </a:ln>
        </p:spPr>
      </p:pic>
      <p:sp>
        <p:nvSpPr>
          <p:cNvPr id="629" name="Google Shape;629;p107"/>
          <p:cNvSpPr txBox="1"/>
          <p:nvPr>
            <p:ph idx="12" type="sldNum"/>
          </p:nvPr>
        </p:nvSpPr>
        <p:spPr>
          <a:xfrm>
            <a:off x="8336226" y="5385122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30" name="Google Shape;630;p107"/>
          <p:cNvSpPr txBox="1"/>
          <p:nvPr>
            <p:ph idx="11" type="ftr"/>
          </p:nvPr>
        </p:nvSpPr>
        <p:spPr>
          <a:xfrm>
            <a:off x="1671799" y="54275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with two columns of content">
  <p:cSld name="Title with two columns of content"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108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3" name="Google Shape;633;p108"/>
          <p:cNvSpPr txBox="1"/>
          <p:nvPr>
            <p:ph idx="1" type="body"/>
          </p:nvPr>
        </p:nvSpPr>
        <p:spPr>
          <a:xfrm>
            <a:off x="333730" y="1071318"/>
            <a:ext cx="8478000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34" name="Google Shape;634;p108"/>
          <p:cNvSpPr txBox="1"/>
          <p:nvPr>
            <p:ph idx="2" type="body"/>
          </p:nvPr>
        </p:nvSpPr>
        <p:spPr>
          <a:xfrm>
            <a:off x="331788" y="1349375"/>
            <a:ext cx="4114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35" name="Google Shape;635;p108"/>
          <p:cNvSpPr txBox="1"/>
          <p:nvPr>
            <p:ph idx="3" type="body"/>
          </p:nvPr>
        </p:nvSpPr>
        <p:spPr>
          <a:xfrm>
            <a:off x="4696930" y="1348950"/>
            <a:ext cx="4114800" cy="32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636" name="Google Shape;636;p108"/>
          <p:cNvCxnSpPr/>
          <p:nvPr/>
        </p:nvCxnSpPr>
        <p:spPr>
          <a:xfrm>
            <a:off x="-525780" y="1455076"/>
            <a:ext cx="499007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37" name="Google Shape;637;p108"/>
          <p:cNvSpPr txBox="1"/>
          <p:nvPr/>
        </p:nvSpPr>
        <p:spPr>
          <a:xfrm>
            <a:off x="-2406215" y="1340692"/>
            <a:ext cx="1786192" cy="2292935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Using bullets with the indent button: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Use the indent button to create the text levels with the appropriate bullet in miracle purple.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pic>
        <p:nvPicPr>
          <p:cNvPr id="638" name="Google Shape;638;p10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284295" y="2663190"/>
            <a:ext cx="640080" cy="780098"/>
          </a:xfrm>
          <a:prstGeom prst="rect">
            <a:avLst/>
          </a:prstGeom>
          <a:noFill/>
          <a:ln>
            <a:noFill/>
          </a:ln>
        </p:spPr>
      </p:pic>
      <p:sp>
        <p:nvSpPr>
          <p:cNvPr id="639" name="Google Shape;639;p108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0" name="Google Shape;640;p108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1" name="Google Shape;641;p108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Images and Descriptions">
  <p:cSld name="Title, Images and Descriptions"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p109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4" name="Google Shape;644;p109"/>
          <p:cNvSpPr txBox="1"/>
          <p:nvPr>
            <p:ph idx="1" type="body"/>
          </p:nvPr>
        </p:nvSpPr>
        <p:spPr>
          <a:xfrm>
            <a:off x="333730" y="1071318"/>
            <a:ext cx="8485200" cy="2154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1" sz="1400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45" name="Google Shape;645;p109"/>
          <p:cNvSpPr txBox="1"/>
          <p:nvPr>
            <p:ph idx="2" type="body"/>
          </p:nvPr>
        </p:nvSpPr>
        <p:spPr>
          <a:xfrm>
            <a:off x="331200" y="1341758"/>
            <a:ext cx="4028576" cy="1871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46" name="Google Shape;646;p109"/>
          <p:cNvSpPr/>
          <p:nvPr>
            <p:ph idx="3" type="pic"/>
          </p:nvPr>
        </p:nvSpPr>
        <p:spPr>
          <a:xfrm>
            <a:off x="333730" y="1589370"/>
            <a:ext cx="1755419" cy="2892689"/>
          </a:xfrm>
          <a:prstGeom prst="rect">
            <a:avLst/>
          </a:prstGeom>
          <a:noFill/>
          <a:ln>
            <a:noFill/>
          </a:ln>
        </p:spPr>
      </p:sp>
      <p:sp>
        <p:nvSpPr>
          <p:cNvPr id="647" name="Google Shape;647;p109"/>
          <p:cNvSpPr txBox="1"/>
          <p:nvPr>
            <p:ph idx="4" type="body"/>
          </p:nvPr>
        </p:nvSpPr>
        <p:spPr>
          <a:xfrm>
            <a:off x="2301373" y="1589370"/>
            <a:ext cx="2058403" cy="28926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48" name="Google Shape;648;p109"/>
          <p:cNvSpPr txBox="1"/>
          <p:nvPr>
            <p:ph idx="5" type="body"/>
          </p:nvPr>
        </p:nvSpPr>
        <p:spPr>
          <a:xfrm>
            <a:off x="4571999" y="1341758"/>
            <a:ext cx="4021283" cy="1871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Font typeface="Arial"/>
              <a:buNone/>
              <a:defRPr sz="10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49" name="Google Shape;649;p109"/>
          <p:cNvSpPr/>
          <p:nvPr>
            <p:ph idx="6" type="pic"/>
          </p:nvPr>
        </p:nvSpPr>
        <p:spPr>
          <a:xfrm>
            <a:off x="4572000" y="1589370"/>
            <a:ext cx="1755419" cy="2892689"/>
          </a:xfrm>
          <a:prstGeom prst="rect">
            <a:avLst/>
          </a:prstGeom>
          <a:noFill/>
          <a:ln>
            <a:noFill/>
          </a:ln>
        </p:spPr>
      </p:sp>
      <p:sp>
        <p:nvSpPr>
          <p:cNvPr id="650" name="Google Shape;650;p109"/>
          <p:cNvSpPr txBox="1"/>
          <p:nvPr>
            <p:ph idx="7" type="body"/>
          </p:nvPr>
        </p:nvSpPr>
        <p:spPr>
          <a:xfrm>
            <a:off x="6539642" y="1589369"/>
            <a:ext cx="2059200" cy="289268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3pPr>
            <a:lvl4pPr indent="-3429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4pPr>
            <a:lvl5pPr indent="-3429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51" name="Google Shape;651;p109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2" name="Google Shape;652;p109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3" name="Google Shape;653;p109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654" name="Google Shape;654;p109"/>
          <p:cNvCxnSpPr/>
          <p:nvPr/>
        </p:nvCxnSpPr>
        <p:spPr>
          <a:xfrm>
            <a:off x="-571235" y="1916918"/>
            <a:ext cx="499007" cy="0"/>
          </a:xfrm>
          <a:prstGeom prst="straightConnector1">
            <a:avLst/>
          </a:prstGeom>
          <a:noFill/>
          <a:ln cap="flat" cmpd="sng" w="9525">
            <a:solidFill>
              <a:schemeClr val="accent1"/>
            </a:solidFill>
            <a:prstDash val="solid"/>
            <a:miter lim="800000"/>
            <a:headEnd len="sm" w="sm" type="none"/>
            <a:tailEnd len="med" w="med" type="triangle"/>
          </a:ln>
        </p:spPr>
      </p:cxnSp>
      <p:sp>
        <p:nvSpPr>
          <p:cNvPr id="655" name="Google Shape;655;p109"/>
          <p:cNvSpPr txBox="1"/>
          <p:nvPr/>
        </p:nvSpPr>
        <p:spPr>
          <a:xfrm>
            <a:off x="-2436695" y="45636"/>
            <a:ext cx="1786192" cy="5678478"/>
          </a:xfrm>
          <a:prstGeom prst="rect">
            <a:avLst/>
          </a:prstGeom>
          <a:solidFill>
            <a:srgbClr val="F4F2F6"/>
          </a:solidFill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How to add an image: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on the icon inside the image placeholder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Select the image you want to use from your computer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Click “Open”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Adjust or crop the image if necessary by using the button “Crop” in the top ribbon.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0160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dk1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Add Alt Text or mark as decorative: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Right click on the image and select “View Alt Text”.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Type in the blank field that appears on the right of the slide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171450" lvl="0" marL="17145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Verdana"/>
              <a:buChar char="-"/>
            </a:pPr>
            <a:r>
              <a:rPr b="0" i="0" lang="en-US" sz="11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rPr>
              <a:t>If Alt Text isn’t relevant, tick the box to “Mark element as decorative”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56" name="Google Shape;656;p10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2169241" y="2507594"/>
            <a:ext cx="307086" cy="6220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Content and Numbers (Alternative)">
  <p:cSld name="Title, Content and Numbers (Alternative)"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p110"/>
          <p:cNvSpPr/>
          <p:nvPr/>
        </p:nvSpPr>
        <p:spPr>
          <a:xfrm>
            <a:off x="0" y="0"/>
            <a:ext cx="2797200" cy="51435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grpSp>
        <p:nvGrpSpPr>
          <p:cNvPr id="659" name="Google Shape;659;p110"/>
          <p:cNvGrpSpPr/>
          <p:nvPr/>
        </p:nvGrpSpPr>
        <p:grpSpPr>
          <a:xfrm>
            <a:off x="331191" y="4746707"/>
            <a:ext cx="804755" cy="207184"/>
            <a:chOff x="4767702" y="-472136"/>
            <a:chExt cx="745525" cy="191931"/>
          </a:xfrm>
        </p:grpSpPr>
        <p:sp>
          <p:nvSpPr>
            <p:cNvPr id="660" name="Google Shape;660;p110"/>
            <p:cNvSpPr/>
            <p:nvPr/>
          </p:nvSpPr>
          <p:spPr>
            <a:xfrm>
              <a:off x="4770087" y="-471716"/>
              <a:ext cx="740699" cy="191096"/>
            </a:xfrm>
            <a:custGeom>
              <a:rect b="b" l="l" r="r" t="t"/>
              <a:pathLst>
                <a:path extrusionOk="0" h="191096" w="740699">
                  <a:moveTo>
                    <a:pt x="689325" y="7347"/>
                  </a:moveTo>
                  <a:cubicBezTo>
                    <a:pt x="689325" y="8511"/>
                    <a:pt x="689026" y="9604"/>
                    <a:pt x="688790" y="10847"/>
                  </a:cubicBezTo>
                  <a:lnTo>
                    <a:pt x="686092" y="24840"/>
                  </a:lnTo>
                  <a:cubicBezTo>
                    <a:pt x="685558" y="28073"/>
                    <a:pt x="684213" y="29953"/>
                    <a:pt x="680980" y="29953"/>
                  </a:cubicBezTo>
                  <a:cubicBezTo>
                    <a:pt x="678974" y="29953"/>
                    <a:pt x="673177" y="28608"/>
                    <a:pt x="667797" y="28608"/>
                  </a:cubicBezTo>
                  <a:cubicBezTo>
                    <a:pt x="652993" y="28608"/>
                    <a:pt x="646528" y="36143"/>
                    <a:pt x="646528" y="50946"/>
                  </a:cubicBezTo>
                  <a:lnTo>
                    <a:pt x="646528" y="53911"/>
                  </a:lnTo>
                  <a:lnTo>
                    <a:pt x="680712" y="53911"/>
                  </a:lnTo>
                  <a:cubicBezTo>
                    <a:pt x="684213" y="53911"/>
                    <a:pt x="686092" y="56059"/>
                    <a:pt x="686092" y="59559"/>
                  </a:cubicBezTo>
                  <a:lnTo>
                    <a:pt x="686092" y="78130"/>
                  </a:lnTo>
                  <a:cubicBezTo>
                    <a:pt x="686092" y="81363"/>
                    <a:pt x="684213" y="83518"/>
                    <a:pt x="680712" y="83518"/>
                  </a:cubicBezTo>
                  <a:lnTo>
                    <a:pt x="646528" y="83518"/>
                  </a:lnTo>
                  <a:lnTo>
                    <a:pt x="646528" y="183097"/>
                  </a:lnTo>
                  <a:cubicBezTo>
                    <a:pt x="646528" y="186330"/>
                    <a:pt x="644380" y="188485"/>
                    <a:pt x="641148" y="188485"/>
                  </a:cubicBezTo>
                  <a:lnTo>
                    <a:pt x="617197" y="188485"/>
                  </a:lnTo>
                  <a:cubicBezTo>
                    <a:pt x="613964" y="188485"/>
                    <a:pt x="611809" y="186330"/>
                    <a:pt x="611809" y="183097"/>
                  </a:cubicBezTo>
                  <a:lnTo>
                    <a:pt x="611809" y="56602"/>
                  </a:lnTo>
                  <a:cubicBezTo>
                    <a:pt x="611809" y="17839"/>
                    <a:pt x="633612" y="79"/>
                    <a:pt x="666987" y="79"/>
                  </a:cubicBezTo>
                  <a:cubicBezTo>
                    <a:pt x="672729" y="79"/>
                    <a:pt x="678557" y="621"/>
                    <a:pt x="683945" y="1966"/>
                  </a:cubicBezTo>
                  <a:cubicBezTo>
                    <a:pt x="687713" y="2769"/>
                    <a:pt x="689325" y="4358"/>
                    <a:pt x="689325" y="7347"/>
                  </a:cubicBezTo>
                  <a:moveTo>
                    <a:pt x="741003" y="59292"/>
                  </a:moveTo>
                  <a:lnTo>
                    <a:pt x="741003" y="183097"/>
                  </a:lnTo>
                  <a:cubicBezTo>
                    <a:pt x="741003" y="186330"/>
                    <a:pt x="738848" y="188485"/>
                    <a:pt x="735615" y="188485"/>
                  </a:cubicBezTo>
                  <a:lnTo>
                    <a:pt x="711396" y="188485"/>
                  </a:lnTo>
                  <a:cubicBezTo>
                    <a:pt x="708164" y="188485"/>
                    <a:pt x="706008" y="186330"/>
                    <a:pt x="706008" y="183097"/>
                  </a:cubicBezTo>
                  <a:lnTo>
                    <a:pt x="706008" y="59292"/>
                  </a:lnTo>
                  <a:cubicBezTo>
                    <a:pt x="706008" y="56059"/>
                    <a:pt x="708164" y="53911"/>
                    <a:pt x="711396" y="53911"/>
                  </a:cubicBezTo>
                  <a:lnTo>
                    <a:pt x="735615" y="53911"/>
                  </a:lnTo>
                  <a:cubicBezTo>
                    <a:pt x="738848" y="53911"/>
                    <a:pt x="741003" y="56059"/>
                    <a:pt x="741003" y="59292"/>
                  </a:cubicBezTo>
                  <a:moveTo>
                    <a:pt x="518954" y="158879"/>
                  </a:moveTo>
                  <a:cubicBezTo>
                    <a:pt x="499038" y="158879"/>
                    <a:pt x="485847" y="145956"/>
                    <a:pt x="485847" y="121195"/>
                  </a:cubicBezTo>
                  <a:cubicBezTo>
                    <a:pt x="485847" y="96433"/>
                    <a:pt x="499038" y="83518"/>
                    <a:pt x="517074" y="83518"/>
                  </a:cubicBezTo>
                  <a:cubicBezTo>
                    <a:pt x="536990" y="83518"/>
                    <a:pt x="550173" y="96433"/>
                    <a:pt x="550173" y="121195"/>
                  </a:cubicBezTo>
                  <a:cubicBezTo>
                    <a:pt x="550173" y="145956"/>
                    <a:pt x="536990" y="158879"/>
                    <a:pt x="518954" y="158879"/>
                  </a:cubicBezTo>
                  <a:moveTo>
                    <a:pt x="517074" y="51221"/>
                  </a:moveTo>
                  <a:cubicBezTo>
                    <a:pt x="476699" y="51221"/>
                    <a:pt x="450317" y="80553"/>
                    <a:pt x="450317" y="121195"/>
                  </a:cubicBezTo>
                  <a:cubicBezTo>
                    <a:pt x="450317" y="161837"/>
                    <a:pt x="476699" y="191176"/>
                    <a:pt x="518954" y="191176"/>
                  </a:cubicBezTo>
                  <a:cubicBezTo>
                    <a:pt x="559328" y="191176"/>
                    <a:pt x="585702" y="161837"/>
                    <a:pt x="585702" y="121195"/>
                  </a:cubicBezTo>
                  <a:cubicBezTo>
                    <a:pt x="585702" y="80553"/>
                    <a:pt x="559328" y="51221"/>
                    <a:pt x="517074" y="51221"/>
                  </a:cubicBezTo>
                  <a:moveTo>
                    <a:pt x="424486" y="101813"/>
                  </a:moveTo>
                  <a:lnTo>
                    <a:pt x="424486" y="183097"/>
                  </a:lnTo>
                  <a:cubicBezTo>
                    <a:pt x="424486" y="186330"/>
                    <a:pt x="422331" y="188485"/>
                    <a:pt x="419098" y="188485"/>
                  </a:cubicBezTo>
                  <a:lnTo>
                    <a:pt x="394880" y="188485"/>
                  </a:lnTo>
                  <a:cubicBezTo>
                    <a:pt x="391647" y="188485"/>
                    <a:pt x="389492" y="186330"/>
                    <a:pt x="389492" y="183097"/>
                  </a:cubicBezTo>
                  <a:lnTo>
                    <a:pt x="389492" y="106391"/>
                  </a:lnTo>
                  <a:cubicBezTo>
                    <a:pt x="389492" y="90243"/>
                    <a:pt x="377921" y="83518"/>
                    <a:pt x="363385" y="83518"/>
                  </a:cubicBezTo>
                  <a:cubicBezTo>
                    <a:pt x="355040" y="83518"/>
                    <a:pt x="350470" y="84053"/>
                    <a:pt x="343469" y="85665"/>
                  </a:cubicBezTo>
                  <a:cubicBezTo>
                    <a:pt x="339159" y="86743"/>
                    <a:pt x="337012" y="88631"/>
                    <a:pt x="337012" y="92666"/>
                  </a:cubicBezTo>
                  <a:lnTo>
                    <a:pt x="337012" y="183097"/>
                  </a:lnTo>
                  <a:cubicBezTo>
                    <a:pt x="337012" y="186330"/>
                    <a:pt x="334856" y="188485"/>
                    <a:pt x="331624" y="188485"/>
                  </a:cubicBezTo>
                  <a:lnTo>
                    <a:pt x="307405" y="188485"/>
                  </a:lnTo>
                  <a:cubicBezTo>
                    <a:pt x="304172" y="188485"/>
                    <a:pt x="302017" y="186330"/>
                    <a:pt x="302017" y="183097"/>
                  </a:cubicBezTo>
                  <a:lnTo>
                    <a:pt x="302017" y="71672"/>
                  </a:lnTo>
                  <a:cubicBezTo>
                    <a:pt x="302017" y="65482"/>
                    <a:pt x="304982" y="62249"/>
                    <a:pt x="308750" y="60904"/>
                  </a:cubicBezTo>
                  <a:cubicBezTo>
                    <a:pt x="328399" y="53911"/>
                    <a:pt x="346970" y="51221"/>
                    <a:pt x="362850" y="51221"/>
                  </a:cubicBezTo>
                  <a:cubicBezTo>
                    <a:pt x="404295" y="51221"/>
                    <a:pt x="424486" y="68982"/>
                    <a:pt x="424486" y="101813"/>
                  </a:cubicBezTo>
                  <a:moveTo>
                    <a:pt x="122497" y="167759"/>
                  </a:moveTo>
                  <a:cubicBezTo>
                    <a:pt x="122497" y="172337"/>
                    <a:pt x="121963" y="178528"/>
                    <a:pt x="120342" y="183097"/>
                  </a:cubicBezTo>
                  <a:cubicBezTo>
                    <a:pt x="118997" y="187140"/>
                    <a:pt x="117385" y="188485"/>
                    <a:pt x="113350" y="188485"/>
                  </a:cubicBezTo>
                  <a:lnTo>
                    <a:pt x="89123" y="188485"/>
                  </a:lnTo>
                  <a:cubicBezTo>
                    <a:pt x="86433" y="188485"/>
                    <a:pt x="85088" y="186865"/>
                    <a:pt x="85088" y="184718"/>
                  </a:cubicBezTo>
                  <a:cubicBezTo>
                    <a:pt x="85088" y="184175"/>
                    <a:pt x="85088" y="183640"/>
                    <a:pt x="85356" y="183097"/>
                  </a:cubicBezTo>
                  <a:cubicBezTo>
                    <a:pt x="86433" y="179597"/>
                    <a:pt x="86968" y="177175"/>
                    <a:pt x="86968" y="173140"/>
                  </a:cubicBezTo>
                  <a:cubicBezTo>
                    <a:pt x="86968" y="133559"/>
                    <a:pt x="303" y="155646"/>
                    <a:pt x="303" y="98589"/>
                  </a:cubicBezTo>
                  <a:cubicBezTo>
                    <a:pt x="303" y="69517"/>
                    <a:pt x="23452" y="50144"/>
                    <a:pt x="59517" y="50144"/>
                  </a:cubicBezTo>
                  <a:cubicBezTo>
                    <a:pt x="78623" y="50144"/>
                    <a:pt x="98546" y="54714"/>
                    <a:pt x="115230" y="64404"/>
                  </a:cubicBezTo>
                  <a:cubicBezTo>
                    <a:pt x="117393" y="65490"/>
                    <a:pt x="118462" y="67637"/>
                    <a:pt x="118462" y="69792"/>
                  </a:cubicBezTo>
                  <a:cubicBezTo>
                    <a:pt x="118462" y="71137"/>
                    <a:pt x="118164" y="72710"/>
                    <a:pt x="117385" y="74362"/>
                  </a:cubicBezTo>
                  <a:lnTo>
                    <a:pt x="109039" y="92131"/>
                  </a:lnTo>
                  <a:cubicBezTo>
                    <a:pt x="107962" y="94553"/>
                    <a:pt x="105539" y="95899"/>
                    <a:pt x="103116" y="95899"/>
                  </a:cubicBezTo>
                  <a:cubicBezTo>
                    <a:pt x="101771" y="95899"/>
                    <a:pt x="100426" y="95623"/>
                    <a:pt x="99081" y="94821"/>
                  </a:cubicBezTo>
                  <a:cubicBezTo>
                    <a:pt x="85356" y="87286"/>
                    <a:pt x="72165" y="82708"/>
                    <a:pt x="58439" y="82708"/>
                  </a:cubicBezTo>
                  <a:cubicBezTo>
                    <a:pt x="44179" y="82708"/>
                    <a:pt x="35833" y="87923"/>
                    <a:pt x="35833" y="96166"/>
                  </a:cubicBezTo>
                  <a:cubicBezTo>
                    <a:pt x="35833" y="121368"/>
                    <a:pt x="122497" y="106659"/>
                    <a:pt x="122497" y="167759"/>
                  </a:cubicBezTo>
                  <a:moveTo>
                    <a:pt x="234191" y="149189"/>
                  </a:moveTo>
                  <a:cubicBezTo>
                    <a:pt x="234191" y="153224"/>
                    <a:pt x="232043" y="155111"/>
                    <a:pt x="227466" y="156456"/>
                  </a:cubicBezTo>
                  <a:cubicBezTo>
                    <a:pt x="221543" y="158069"/>
                    <a:pt x="216430" y="158879"/>
                    <a:pt x="209162" y="158879"/>
                  </a:cubicBezTo>
                  <a:cubicBezTo>
                    <a:pt x="191936" y="158879"/>
                    <a:pt x="175788" y="148646"/>
                    <a:pt x="175788" y="121195"/>
                  </a:cubicBezTo>
                  <a:cubicBezTo>
                    <a:pt x="175788" y="93743"/>
                    <a:pt x="191936" y="83518"/>
                    <a:pt x="209162" y="83518"/>
                  </a:cubicBezTo>
                  <a:cubicBezTo>
                    <a:pt x="216430" y="83518"/>
                    <a:pt x="221543" y="84320"/>
                    <a:pt x="227466" y="85941"/>
                  </a:cubicBezTo>
                  <a:cubicBezTo>
                    <a:pt x="232043" y="87286"/>
                    <a:pt x="234191" y="89165"/>
                    <a:pt x="234191" y="93201"/>
                  </a:cubicBezTo>
                  <a:lnTo>
                    <a:pt x="234191" y="149189"/>
                  </a:lnTo>
                  <a:close/>
                  <a:moveTo>
                    <a:pt x="262452" y="61179"/>
                  </a:moveTo>
                  <a:cubicBezTo>
                    <a:pt x="244692" y="54446"/>
                    <a:pt x="228000" y="51221"/>
                    <a:pt x="209430" y="51221"/>
                  </a:cubicBezTo>
                  <a:cubicBezTo>
                    <a:pt x="168795" y="51221"/>
                    <a:pt x="140258" y="78405"/>
                    <a:pt x="140258" y="121195"/>
                  </a:cubicBezTo>
                  <a:cubicBezTo>
                    <a:pt x="140258" y="164527"/>
                    <a:pt x="165020" y="191176"/>
                    <a:pt x="208895" y="191176"/>
                  </a:cubicBezTo>
                  <a:cubicBezTo>
                    <a:pt x="226655" y="191176"/>
                    <a:pt x="243881" y="188210"/>
                    <a:pt x="262452" y="180407"/>
                  </a:cubicBezTo>
                  <a:cubicBezTo>
                    <a:pt x="266763" y="178528"/>
                    <a:pt x="269185" y="175562"/>
                    <a:pt x="269185" y="169639"/>
                  </a:cubicBezTo>
                  <a:lnTo>
                    <a:pt x="269185" y="71940"/>
                  </a:lnTo>
                  <a:cubicBezTo>
                    <a:pt x="269185" y="65749"/>
                    <a:pt x="266763" y="62792"/>
                    <a:pt x="262452" y="61179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661" name="Google Shape;661;p110"/>
            <p:cNvSpPr/>
            <p:nvPr/>
          </p:nvSpPr>
          <p:spPr>
            <a:xfrm flipH="1" rot="10726104">
              <a:off x="5474877" y="-471733"/>
              <a:ext cx="37949" cy="37711"/>
            </a:xfrm>
            <a:custGeom>
              <a:rect b="b" l="l" r="r" t="t"/>
              <a:pathLst>
                <a:path extrusionOk="0" h="37711" w="37949">
                  <a:moveTo>
                    <a:pt x="19483" y="17"/>
                  </a:moveTo>
                  <a:cubicBezTo>
                    <a:pt x="30519" y="-219"/>
                    <a:pt x="38212" y="6883"/>
                    <a:pt x="38456" y="18454"/>
                  </a:cubicBezTo>
                  <a:cubicBezTo>
                    <a:pt x="38715" y="30300"/>
                    <a:pt x="31329" y="37457"/>
                    <a:pt x="19491" y="37717"/>
                  </a:cubicBezTo>
                  <a:cubicBezTo>
                    <a:pt x="8188" y="37953"/>
                    <a:pt x="771" y="31118"/>
                    <a:pt x="519" y="19272"/>
                  </a:cubicBezTo>
                  <a:cubicBezTo>
                    <a:pt x="267" y="7701"/>
                    <a:pt x="7378" y="284"/>
                    <a:pt x="19483" y="17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accent2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  <p:sp>
          <p:nvSpPr>
            <p:cNvPr id="662" name="Google Shape;662;p110"/>
            <p:cNvSpPr/>
            <p:nvPr/>
          </p:nvSpPr>
          <p:spPr>
            <a:xfrm flipH="1" rot="-74975">
              <a:off x="4768103" y="-317778"/>
              <a:ext cx="37406" cy="37169"/>
            </a:xfrm>
            <a:custGeom>
              <a:rect b="b" l="l" r="r" t="t"/>
              <a:pathLst>
                <a:path extrusionOk="0" h="37169" w="37406">
                  <a:moveTo>
                    <a:pt x="18717" y="130"/>
                  </a:moveTo>
                  <a:cubicBezTo>
                    <a:pt x="29745" y="-106"/>
                    <a:pt x="37162" y="6729"/>
                    <a:pt x="37414" y="18300"/>
                  </a:cubicBezTo>
                  <a:cubicBezTo>
                    <a:pt x="37665" y="29603"/>
                    <a:pt x="30555" y="37028"/>
                    <a:pt x="18717" y="37288"/>
                  </a:cubicBezTo>
                  <a:cubicBezTo>
                    <a:pt x="7681" y="37524"/>
                    <a:pt x="264" y="30421"/>
                    <a:pt x="20" y="19118"/>
                  </a:cubicBezTo>
                  <a:cubicBezTo>
                    <a:pt x="-240" y="7547"/>
                    <a:pt x="6871" y="390"/>
                    <a:pt x="18717" y="130"/>
                  </a:cubicBezTo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r>
                <a:t/>
              </a:r>
              <a:endPara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endParaRPr>
            </a:p>
          </p:txBody>
        </p:sp>
      </p:grpSp>
      <p:sp>
        <p:nvSpPr>
          <p:cNvPr id="663" name="Google Shape;663;p110"/>
          <p:cNvSpPr txBox="1"/>
          <p:nvPr>
            <p:ph type="title"/>
          </p:nvPr>
        </p:nvSpPr>
        <p:spPr>
          <a:xfrm>
            <a:off x="331200" y="289130"/>
            <a:ext cx="2118055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Font typeface="Verdana"/>
              <a:buNone/>
              <a:defRPr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4" name="Google Shape;664;p110"/>
          <p:cNvSpPr txBox="1"/>
          <p:nvPr>
            <p:ph idx="1" type="body"/>
          </p:nvPr>
        </p:nvSpPr>
        <p:spPr>
          <a:xfrm>
            <a:off x="333730" y="1071318"/>
            <a:ext cx="2116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1" sz="1400">
                <a:solidFill>
                  <a:schemeClr val="l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28600" lvl="1" marL="914400" algn="l">
              <a:lnSpc>
                <a:spcPct val="125000"/>
              </a:lnSpc>
              <a:spcBef>
                <a:spcPts val="40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921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5" name="Google Shape;665;p110"/>
          <p:cNvSpPr txBox="1"/>
          <p:nvPr>
            <p:ph idx="2" type="body"/>
          </p:nvPr>
        </p:nvSpPr>
        <p:spPr>
          <a:xfrm>
            <a:off x="331788" y="1341438"/>
            <a:ext cx="2116137" cy="321468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>
                <a:solidFill>
                  <a:schemeClr val="lt1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6" name="Google Shape;666;p110"/>
          <p:cNvSpPr txBox="1"/>
          <p:nvPr>
            <p:ph idx="3" type="body"/>
          </p:nvPr>
        </p:nvSpPr>
        <p:spPr>
          <a:xfrm>
            <a:off x="3264208" y="739124"/>
            <a:ext cx="5546062" cy="214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7" name="Google Shape;667;p110"/>
          <p:cNvSpPr txBox="1"/>
          <p:nvPr>
            <p:ph idx="4" type="body"/>
          </p:nvPr>
        </p:nvSpPr>
        <p:spPr>
          <a:xfrm>
            <a:off x="3262749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8" name="Google Shape;668;p110"/>
          <p:cNvSpPr txBox="1"/>
          <p:nvPr>
            <p:ph idx="5" type="body"/>
          </p:nvPr>
        </p:nvSpPr>
        <p:spPr>
          <a:xfrm>
            <a:off x="3262749" y="2211873"/>
            <a:ext cx="1268510" cy="49288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69" name="Google Shape;669;p110"/>
          <p:cNvSpPr txBox="1"/>
          <p:nvPr>
            <p:ph idx="6" type="body"/>
          </p:nvPr>
        </p:nvSpPr>
        <p:spPr>
          <a:xfrm>
            <a:off x="3262749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0" name="Google Shape;670;p110"/>
          <p:cNvSpPr txBox="1"/>
          <p:nvPr>
            <p:ph idx="7" type="body"/>
          </p:nvPr>
        </p:nvSpPr>
        <p:spPr>
          <a:xfrm>
            <a:off x="4688351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1" name="Google Shape;671;p110"/>
          <p:cNvSpPr txBox="1"/>
          <p:nvPr>
            <p:ph idx="8" type="body"/>
          </p:nvPr>
        </p:nvSpPr>
        <p:spPr>
          <a:xfrm>
            <a:off x="4688936" y="2206097"/>
            <a:ext cx="1268510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2" name="Google Shape;672;p110"/>
          <p:cNvSpPr txBox="1"/>
          <p:nvPr>
            <p:ph idx="9" type="body"/>
          </p:nvPr>
        </p:nvSpPr>
        <p:spPr>
          <a:xfrm>
            <a:off x="4688936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3" name="Google Shape;673;p110"/>
          <p:cNvSpPr txBox="1"/>
          <p:nvPr>
            <p:ph idx="13" type="body"/>
          </p:nvPr>
        </p:nvSpPr>
        <p:spPr>
          <a:xfrm>
            <a:off x="6113953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4" name="Google Shape;674;p110"/>
          <p:cNvSpPr txBox="1"/>
          <p:nvPr>
            <p:ph idx="14" type="body"/>
          </p:nvPr>
        </p:nvSpPr>
        <p:spPr>
          <a:xfrm>
            <a:off x="6113953" y="2206097"/>
            <a:ext cx="1268510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5" name="Google Shape;675;p110"/>
          <p:cNvSpPr txBox="1"/>
          <p:nvPr>
            <p:ph idx="15" type="body"/>
          </p:nvPr>
        </p:nvSpPr>
        <p:spPr>
          <a:xfrm>
            <a:off x="6113953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6" name="Google Shape;676;p110"/>
          <p:cNvSpPr txBox="1"/>
          <p:nvPr>
            <p:ph idx="16" type="body"/>
          </p:nvPr>
        </p:nvSpPr>
        <p:spPr>
          <a:xfrm>
            <a:off x="7539556" y="1340691"/>
            <a:ext cx="818888" cy="69095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None/>
              <a:defRPr b="0" i="0" sz="4500" cap="non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279400" lvl="1" marL="9144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800"/>
              <a:buFont typeface="Verdana"/>
              <a:buChar char="•"/>
              <a:defRPr sz="800"/>
            </a:lvl2pPr>
            <a:lvl3pPr indent="-279400" lvl="2" marL="137160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7" name="Google Shape;677;p110"/>
          <p:cNvSpPr txBox="1"/>
          <p:nvPr>
            <p:ph idx="17" type="body"/>
          </p:nvPr>
        </p:nvSpPr>
        <p:spPr>
          <a:xfrm>
            <a:off x="7541760" y="2206097"/>
            <a:ext cx="1268510" cy="5001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None/>
              <a:defRPr i="1" sz="1400">
                <a:solidFill>
                  <a:schemeClr val="accent2"/>
                </a:solidFill>
                <a:latin typeface="Georgia"/>
                <a:ea typeface="Georgia"/>
                <a:cs typeface="Georgia"/>
                <a:sym typeface="Georgia"/>
              </a:defRPr>
            </a:lvl1pPr>
            <a:lvl2pPr indent="-228600" lvl="1" marL="914400" algn="l">
              <a:lnSpc>
                <a:spcPct val="10909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100">
                <a:solidFill>
                  <a:schemeClr val="accent2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8" name="Google Shape;678;p110"/>
          <p:cNvSpPr txBox="1"/>
          <p:nvPr>
            <p:ph idx="18" type="body"/>
          </p:nvPr>
        </p:nvSpPr>
        <p:spPr>
          <a:xfrm>
            <a:off x="7541760" y="2880664"/>
            <a:ext cx="1268510" cy="17986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>
                <a:solidFill>
                  <a:schemeClr val="dk1"/>
                </a:solidFill>
              </a:defRPr>
            </a:lvl1pPr>
            <a:lvl2pPr indent="-228600" lvl="1" marL="914400" algn="l">
              <a:lnSpc>
                <a:spcPct val="171428"/>
              </a:lnSpc>
              <a:spcBef>
                <a:spcPts val="0"/>
              </a:spcBef>
              <a:spcAft>
                <a:spcPts val="0"/>
              </a:spcAft>
              <a:buSzPts val="700"/>
              <a:buFont typeface="Arial"/>
              <a:buNone/>
              <a:defRPr sz="700">
                <a:solidFill>
                  <a:schemeClr val="dk1"/>
                </a:solidFill>
              </a:defRPr>
            </a:lvl2pPr>
            <a:lvl3pPr indent="-279400" lvl="2" marL="1371600" algn="l">
              <a:lnSpc>
                <a:spcPct val="110000"/>
              </a:lnSpc>
              <a:spcBef>
                <a:spcPts val="400"/>
              </a:spcBef>
              <a:spcAft>
                <a:spcPts val="0"/>
              </a:spcAft>
              <a:buSzPts val="800"/>
              <a:buChar char="•"/>
              <a:defRPr sz="800">
                <a:latin typeface="Verdana"/>
                <a:ea typeface="Verdana"/>
                <a:cs typeface="Verdana"/>
                <a:sym typeface="Verdana"/>
              </a:defRPr>
            </a:lvl3pPr>
            <a:lvl4pPr indent="-292100" lvl="3" marL="18288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4pPr>
            <a:lvl5pPr indent="-292100" lvl="4" marL="228600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000"/>
              <a:buChar char="•"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79" name="Google Shape;679;p110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0" name="Google Shape;680;p110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81" name="Google Shape;681;p110"/>
          <p:cNvSpPr txBox="1"/>
          <p:nvPr>
            <p:ph idx="11" type="ftr"/>
          </p:nvPr>
        </p:nvSpPr>
        <p:spPr>
          <a:xfrm>
            <a:off x="1671799" y="54275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39.xml"/><Relationship Id="rId20" Type="http://schemas.openxmlformats.org/officeDocument/2006/relationships/slideLayout" Target="../slideLayouts/slideLayout19.xml"/><Relationship Id="rId42" Type="http://schemas.openxmlformats.org/officeDocument/2006/relationships/slideLayout" Target="../slideLayouts/slideLayout41.xml"/><Relationship Id="rId41" Type="http://schemas.openxmlformats.org/officeDocument/2006/relationships/slideLayout" Target="../slideLayouts/slideLayout40.xml"/><Relationship Id="rId22" Type="http://schemas.openxmlformats.org/officeDocument/2006/relationships/slideLayout" Target="../slideLayouts/slideLayout21.xml"/><Relationship Id="rId44" Type="http://schemas.openxmlformats.org/officeDocument/2006/relationships/slideLayout" Target="../slideLayouts/slideLayout43.xml"/><Relationship Id="rId21" Type="http://schemas.openxmlformats.org/officeDocument/2006/relationships/slideLayout" Target="../slideLayouts/slideLayout20.xml"/><Relationship Id="rId43" Type="http://schemas.openxmlformats.org/officeDocument/2006/relationships/slideLayout" Target="../slideLayouts/slideLayout42.xml"/><Relationship Id="rId24" Type="http://schemas.openxmlformats.org/officeDocument/2006/relationships/slideLayout" Target="../slideLayouts/slideLayout23.xml"/><Relationship Id="rId46" Type="http://schemas.openxmlformats.org/officeDocument/2006/relationships/slideLayout" Target="../slideLayouts/slideLayout45.xml"/><Relationship Id="rId23" Type="http://schemas.openxmlformats.org/officeDocument/2006/relationships/slideLayout" Target="../slideLayouts/slideLayout22.xml"/><Relationship Id="rId45" Type="http://schemas.openxmlformats.org/officeDocument/2006/relationships/slideLayout" Target="../slideLayouts/slideLayout44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26" Type="http://schemas.openxmlformats.org/officeDocument/2006/relationships/slideLayout" Target="../slideLayouts/slideLayout25.xml"/><Relationship Id="rId48" Type="http://schemas.openxmlformats.org/officeDocument/2006/relationships/theme" Target="../theme/theme1.xml"/><Relationship Id="rId25" Type="http://schemas.openxmlformats.org/officeDocument/2006/relationships/slideLayout" Target="../slideLayouts/slideLayout24.xml"/><Relationship Id="rId47" Type="http://schemas.openxmlformats.org/officeDocument/2006/relationships/slideLayout" Target="../slideLayouts/slideLayout46.xml"/><Relationship Id="rId28" Type="http://schemas.openxmlformats.org/officeDocument/2006/relationships/slideLayout" Target="../slideLayouts/slideLayout27.xml"/><Relationship Id="rId27" Type="http://schemas.openxmlformats.org/officeDocument/2006/relationships/slideLayout" Target="../slideLayouts/slideLayout26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29" Type="http://schemas.openxmlformats.org/officeDocument/2006/relationships/slideLayout" Target="../slideLayouts/slideLayout28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31" Type="http://schemas.openxmlformats.org/officeDocument/2006/relationships/slideLayout" Target="../slideLayouts/slideLayout30.xml"/><Relationship Id="rId30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0.xml"/><Relationship Id="rId33" Type="http://schemas.openxmlformats.org/officeDocument/2006/relationships/slideLayout" Target="../slideLayouts/slideLayout32.xml"/><Relationship Id="rId10" Type="http://schemas.openxmlformats.org/officeDocument/2006/relationships/slideLayout" Target="../slideLayouts/slideLayout9.xml"/><Relationship Id="rId32" Type="http://schemas.openxmlformats.org/officeDocument/2006/relationships/slideLayout" Target="../slideLayouts/slideLayout31.xml"/><Relationship Id="rId13" Type="http://schemas.openxmlformats.org/officeDocument/2006/relationships/slideLayout" Target="../slideLayouts/slideLayout12.xml"/><Relationship Id="rId35" Type="http://schemas.openxmlformats.org/officeDocument/2006/relationships/slideLayout" Target="../slideLayouts/slideLayout34.xml"/><Relationship Id="rId12" Type="http://schemas.openxmlformats.org/officeDocument/2006/relationships/slideLayout" Target="../slideLayouts/slideLayout11.xml"/><Relationship Id="rId34" Type="http://schemas.openxmlformats.org/officeDocument/2006/relationships/slideLayout" Target="../slideLayouts/slideLayout33.xml"/><Relationship Id="rId15" Type="http://schemas.openxmlformats.org/officeDocument/2006/relationships/slideLayout" Target="../slideLayouts/slideLayout14.xml"/><Relationship Id="rId37" Type="http://schemas.openxmlformats.org/officeDocument/2006/relationships/slideLayout" Target="../slideLayouts/slideLayout36.xml"/><Relationship Id="rId14" Type="http://schemas.openxmlformats.org/officeDocument/2006/relationships/slideLayout" Target="../slideLayouts/slideLayout13.xml"/><Relationship Id="rId36" Type="http://schemas.openxmlformats.org/officeDocument/2006/relationships/slideLayout" Target="../slideLayouts/slideLayout35.xml"/><Relationship Id="rId17" Type="http://schemas.openxmlformats.org/officeDocument/2006/relationships/slideLayout" Target="../slideLayouts/slideLayout16.xml"/><Relationship Id="rId39" Type="http://schemas.openxmlformats.org/officeDocument/2006/relationships/slideLayout" Target="../slideLayouts/slideLayout38.xml"/><Relationship Id="rId16" Type="http://schemas.openxmlformats.org/officeDocument/2006/relationships/slideLayout" Target="../slideLayouts/slideLayout15.xml"/><Relationship Id="rId38" Type="http://schemas.openxmlformats.org/officeDocument/2006/relationships/slideLayout" Target="../slideLayouts/slideLayout37.xml"/><Relationship Id="rId19" Type="http://schemas.openxmlformats.org/officeDocument/2006/relationships/slideLayout" Target="../slideLayouts/slideLayout18.xml"/><Relationship Id="rId18" Type="http://schemas.openxmlformats.org/officeDocument/2006/relationships/slideLayout" Target="../slideLayouts/slideLayout1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64"/>
          <p:cNvSpPr txBox="1"/>
          <p:nvPr>
            <p:ph type="title"/>
          </p:nvPr>
        </p:nvSpPr>
        <p:spPr>
          <a:xfrm>
            <a:off x="331200" y="289130"/>
            <a:ext cx="8485200" cy="7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Verdana"/>
              <a:buNone/>
              <a:defRPr b="0" i="0" sz="2400" u="none" cap="none" strike="noStrike">
                <a:solidFill>
                  <a:schemeClr val="accent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64"/>
          <p:cNvSpPr txBox="1"/>
          <p:nvPr>
            <p:ph idx="1" type="body"/>
          </p:nvPr>
        </p:nvSpPr>
        <p:spPr>
          <a:xfrm>
            <a:off x="331191" y="1347442"/>
            <a:ext cx="8478000" cy="320524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-317500" lvl="1" marL="9144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-317500" lvl="2" marL="1371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-317500" lvl="3" marL="18288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-317500" lvl="4" marL="22860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-228600" lvl="5" marL="27432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None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-314325" lvl="6" marL="32004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-314325" lvl="7" marL="36576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-314325" lvl="8" marL="4114800" marR="0" rtl="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b="0" i="0" sz="135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pic>
        <p:nvPicPr>
          <p:cNvPr descr="Shape&#10;&#10;Description automatically generated with low confidence" id="12" name="Google Shape;12;p64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174822" y="4596340"/>
            <a:ext cx="1157201" cy="533712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64"/>
          <p:cNvSpPr txBox="1"/>
          <p:nvPr>
            <p:ph idx="11" type="ftr"/>
          </p:nvPr>
        </p:nvSpPr>
        <p:spPr>
          <a:xfrm>
            <a:off x="1671799" y="4830641"/>
            <a:ext cx="4480560" cy="16663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4" name="Google Shape;14;p64"/>
          <p:cNvSpPr txBox="1"/>
          <p:nvPr>
            <p:ph idx="10" type="dt"/>
          </p:nvPr>
        </p:nvSpPr>
        <p:spPr>
          <a:xfrm>
            <a:off x="6548724" y="4822572"/>
            <a:ext cx="1626918" cy="166629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9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/>
        </p:txBody>
      </p:sp>
      <p:sp>
        <p:nvSpPr>
          <p:cNvPr id="15" name="Google Shape;15;p64"/>
          <p:cNvSpPr txBox="1"/>
          <p:nvPr>
            <p:ph idx="12" type="sldNum"/>
          </p:nvPr>
        </p:nvSpPr>
        <p:spPr>
          <a:xfrm>
            <a:off x="8336226" y="4792985"/>
            <a:ext cx="476250" cy="20574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Verdana"/>
                <a:ea typeface="Verdana"/>
                <a:cs typeface="Verdana"/>
                <a:sym typeface="Verdana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  <p:sldLayoutId id="2147483687" r:id="rId40"/>
    <p:sldLayoutId id="2147483688" r:id="rId41"/>
    <p:sldLayoutId id="2147483689" r:id="rId42"/>
    <p:sldLayoutId id="2147483690" r:id="rId43"/>
    <p:sldLayoutId id="2147483691" r:id="rId44"/>
    <p:sldLayoutId id="2147483692" r:id="rId45"/>
    <p:sldLayoutId id="2147483693" r:id="rId46"/>
    <p:sldLayoutId id="2147483694" r:id="rId47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6" name="Shape 6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7" name="Google Shape;687;g2cf420ecf2c_0_7"/>
          <p:cNvSpPr txBox="1"/>
          <p:nvPr>
            <p:ph idx="12" type="sldNum"/>
          </p:nvPr>
        </p:nvSpPr>
        <p:spPr>
          <a:xfrm>
            <a:off x="8336226" y="5400000"/>
            <a:ext cx="476400" cy="2058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anofi">
  <a:themeElements>
    <a:clrScheme name="Sanofi (Optimized)">
      <a:dk1>
        <a:srgbClr val="000000"/>
      </a:dk1>
      <a:lt1>
        <a:srgbClr val="FFFFFF"/>
      </a:lt1>
      <a:dk2>
        <a:srgbClr val="F4F2F6"/>
      </a:dk2>
      <a:lt2>
        <a:srgbClr val="F5F5F5"/>
      </a:lt2>
      <a:accent1>
        <a:srgbClr val="23004C"/>
      </a:accent1>
      <a:accent2>
        <a:srgbClr val="7A00E6"/>
      </a:accent2>
      <a:accent3>
        <a:srgbClr val="268500"/>
      </a:accent3>
      <a:accent4>
        <a:srgbClr val="DA3A16"/>
      </a:accent4>
      <a:accent5>
        <a:srgbClr val="D515B9"/>
      </a:accent5>
      <a:accent6>
        <a:srgbClr val="007FAD"/>
      </a:accent6>
      <a:hlink>
        <a:srgbClr val="7A00E6"/>
      </a:hlink>
      <a:folHlink>
        <a:srgbClr val="23004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hème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2023-06-01T14:26:00Z</dcterms:created>
  <dc:creator>Remi de Vogel</dc:creator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0x01010018AD00299B410B4197874E9E6C3EA044</vt:lpwstr>
  </property>
  <property fmtid="{D5CDD505-2E9C-101B-9397-08002B2CF9AE}" pid="3" name="MediaServiceImageTags">
    <vt:lpwstr/>
  </property>
  <property fmtid="{D5CDD505-2E9C-101B-9397-08002B2CF9AE}" pid="4" name="MSIP_Label_d9088468-0951-4aef-9cc3-0a346e475ddc_Enabled">
    <vt:lpwstr>true</vt:lpwstr>
  </property>
  <property fmtid="{D5CDD505-2E9C-101B-9397-08002B2CF9AE}" pid="5" name="MSIP_Label_d9088468-0951-4aef-9cc3-0a346e475ddc_SetDate">
    <vt:lpwstr>2023-11-24T15:47:15Z</vt:lpwstr>
  </property>
  <property fmtid="{D5CDD505-2E9C-101B-9397-08002B2CF9AE}" pid="6" name="MSIP_Label_d9088468-0951-4aef-9cc3-0a346e475ddc_Method">
    <vt:lpwstr>Privileged</vt:lpwstr>
  </property>
  <property fmtid="{D5CDD505-2E9C-101B-9397-08002B2CF9AE}" pid="7" name="MSIP_Label_d9088468-0951-4aef-9cc3-0a346e475ddc_Name">
    <vt:lpwstr>Public</vt:lpwstr>
  </property>
  <property fmtid="{D5CDD505-2E9C-101B-9397-08002B2CF9AE}" pid="8" name="MSIP_Label_d9088468-0951-4aef-9cc3-0a346e475ddc_SiteId">
    <vt:lpwstr>aca3c8d6-aa71-4e1a-a10e-03572fc58c0b</vt:lpwstr>
  </property>
  <property fmtid="{D5CDD505-2E9C-101B-9397-08002B2CF9AE}" pid="9" name="MSIP_Label_d9088468-0951-4aef-9cc3-0a346e475ddc_ActionId">
    <vt:lpwstr>15bc2576-0647-4912-9f2f-d5a854db0b89</vt:lpwstr>
  </property>
  <property fmtid="{D5CDD505-2E9C-101B-9397-08002B2CF9AE}" pid="10" name="MSIP_Label_d9088468-0951-4aef-9cc3-0a346e475ddc_ContentBits">
    <vt:lpwstr>0</vt:lpwstr>
  </property>
</Properties>
</file>