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Lst>
  <p:sldSz cy="5143500" cx="9144000"/>
  <p:notesSz cx="6858000" cy="9144000"/>
  <p:embeddedFontLst>
    <p:embeddedFont>
      <p:font typeface="Sen"/>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gyLadONil+ZM+AFK2b0tqHFrw3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Sen-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font" Target="fonts/Sen-regular.fntdata"/><Relationship Id="rId1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rgbClr val="7A00E6"/>
              </a:buClr>
              <a:buSzPts val="1200"/>
              <a:buFont typeface="Noto Sans Symbols"/>
              <a:buChar char="∙"/>
            </a:pPr>
            <a:r>
              <a:rPr lang="en-US" sz="1800">
                <a:solidFill>
                  <a:srgbClr val="000000"/>
                </a:solidFill>
                <a:latin typeface="Verdana"/>
                <a:ea typeface="Verdana"/>
                <a:cs typeface="Verdana"/>
                <a:sym typeface="Verdana"/>
              </a:rPr>
              <a:t>I am very excited to invite you</a:t>
            </a:r>
            <a:r>
              <a:rPr i="1" lang="en-US" sz="1800">
                <a:solidFill>
                  <a:srgbClr val="000000"/>
                </a:solidFill>
                <a:latin typeface="Verdana"/>
                <a:ea typeface="Verdana"/>
                <a:cs typeface="Verdana"/>
                <a:sym typeface="Verdana"/>
              </a:rPr>
              <a:t> </a:t>
            </a:r>
            <a:r>
              <a:rPr lang="en-US" sz="1800">
                <a:solidFill>
                  <a:srgbClr val="000000"/>
                </a:solidFill>
                <a:latin typeface="Verdana"/>
                <a:ea typeface="Verdana"/>
                <a:cs typeface="Verdana"/>
                <a:sym typeface="Verdana"/>
              </a:rPr>
              <a:t>to try our new, </a:t>
            </a:r>
            <a:r>
              <a:rPr i="1" lang="en-US" sz="1800">
                <a:solidFill>
                  <a:srgbClr val="000000"/>
                </a:solidFill>
                <a:latin typeface="Verdana"/>
                <a:ea typeface="Verdana"/>
                <a:cs typeface="Verdana"/>
                <a:sym typeface="Verdana"/>
              </a:rPr>
              <a:t>global</a:t>
            </a:r>
            <a:r>
              <a:rPr lang="en-US" sz="1800">
                <a:solidFill>
                  <a:srgbClr val="000000"/>
                </a:solidFill>
                <a:latin typeface="Verdana"/>
                <a:ea typeface="Verdana"/>
                <a:cs typeface="Verdana"/>
                <a:sym typeface="Verdana"/>
              </a:rPr>
              <a:t> recognition platform called Bravo! live TODAY</a:t>
            </a:r>
            <a:endParaRPr/>
          </a:p>
          <a:p>
            <a:pPr indent="-342900" lvl="0" marL="342900" rtl="0" algn="l">
              <a:lnSpc>
                <a:spcPct val="150000"/>
              </a:lnSpc>
              <a:spcBef>
                <a:spcPts val="800"/>
              </a:spcBef>
              <a:spcAft>
                <a:spcPts val="0"/>
              </a:spcAft>
              <a:buClr>
                <a:srgbClr val="7A00E6"/>
              </a:buClr>
              <a:buSzPts val="1200"/>
              <a:buFont typeface="Noto Sans Symbols"/>
              <a:buChar char="∙"/>
            </a:pPr>
            <a:r>
              <a:rPr lang="en-US" sz="1800">
                <a:solidFill>
                  <a:srgbClr val="000000"/>
                </a:solidFill>
                <a:latin typeface="Verdana"/>
                <a:ea typeface="Verdana"/>
                <a:cs typeface="Verdana"/>
                <a:sym typeface="Verdana"/>
              </a:rPr>
              <a:t>No matter where you are in the world or what role you play in Planet Care celebrations, </a:t>
            </a:r>
            <a:r>
              <a:rPr i="1" lang="en-US" sz="1800">
                <a:solidFill>
                  <a:srgbClr val="000000"/>
                </a:solidFill>
                <a:latin typeface="Verdana"/>
                <a:ea typeface="Verdana"/>
                <a:cs typeface="Verdana"/>
                <a:sym typeface="Verdana"/>
              </a:rPr>
              <a:t>Bravo!</a:t>
            </a:r>
            <a:r>
              <a:rPr lang="en-US" sz="1800">
                <a:solidFill>
                  <a:srgbClr val="000000"/>
                </a:solidFill>
                <a:latin typeface="Verdana"/>
                <a:ea typeface="Verdana"/>
                <a:cs typeface="Verdana"/>
                <a:sym typeface="Verdana"/>
              </a:rPr>
              <a:t> makes it easy for you to show appreciation by sending a message of thanks someone for being an outstanding collaborator, or for inspiring others to Play to Win.</a:t>
            </a:r>
            <a:endParaRPr sz="1800">
              <a:solidFill>
                <a:srgbClr val="000000"/>
              </a:solidFill>
              <a:latin typeface="Verdana"/>
              <a:ea typeface="Verdana"/>
              <a:cs typeface="Verdana"/>
              <a:sym typeface="Verdana"/>
            </a:endParaRPr>
          </a:p>
          <a:p>
            <a:pPr indent="-342900" lvl="0" marL="342900" rtl="0" algn="l">
              <a:lnSpc>
                <a:spcPct val="150000"/>
              </a:lnSpc>
              <a:spcBef>
                <a:spcPts val="800"/>
              </a:spcBef>
              <a:spcAft>
                <a:spcPts val="0"/>
              </a:spcAft>
              <a:buClr>
                <a:srgbClr val="7A00E6"/>
              </a:buClr>
              <a:buSzPts val="1200"/>
              <a:buFont typeface="Noto Sans Symbols"/>
              <a:buChar char="∙"/>
            </a:pPr>
            <a:r>
              <a:rPr lang="en-US" sz="1800">
                <a:solidFill>
                  <a:srgbClr val="000000"/>
                </a:solidFill>
                <a:latin typeface="Verdana"/>
                <a:ea typeface="Verdana"/>
                <a:cs typeface="Verdana"/>
                <a:sym typeface="Verdana"/>
              </a:rPr>
              <a:t>So I invite you connect to Bravo! URL to acknowledge and celebrate the finalists and participants of this Planet Care challenge and anyone else you’d like to thank or celebrate.</a:t>
            </a:r>
            <a:endParaRPr/>
          </a:p>
        </p:txBody>
      </p:sp>
      <p:sp>
        <p:nvSpPr>
          <p:cNvPr id="711" name="Google Shape;711;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showMasterSp="0">
  <p:cSld name="Empty">
    <p:spTree>
      <p:nvGrpSpPr>
        <p:cNvPr id="16" name="Shape 16"/>
        <p:cNvGrpSpPr/>
        <p:nvPr/>
      </p:nvGrpSpPr>
      <p:grpSpPr>
        <a:xfrm>
          <a:off x="0" y="0"/>
          <a:ext cx="0" cy="0"/>
          <a:chOff x="0" y="0"/>
          <a:chExt cx="0" cy="0"/>
        </a:xfrm>
      </p:grpSpPr>
      <p:sp>
        <p:nvSpPr>
          <p:cNvPr id="17" name="Google Shape;17;p65"/>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5"/>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5"/>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ogo (Light)" showMasterSp="0">
  <p:cSld name="Cover Logo (Light)">
    <p:spTree>
      <p:nvGrpSpPr>
        <p:cNvPr id="20" name="Shape 20"/>
        <p:cNvGrpSpPr/>
        <p:nvPr/>
      </p:nvGrpSpPr>
      <p:grpSpPr>
        <a:xfrm>
          <a:off x="0" y="0"/>
          <a:ext cx="0" cy="0"/>
          <a:chOff x="0" y="0"/>
          <a:chExt cx="0" cy="0"/>
        </a:xfrm>
      </p:grpSpPr>
      <p:pic>
        <p:nvPicPr>
          <p:cNvPr descr="Shape&#10;&#10;Description automatically generated with low confidence" id="21" name="Google Shape;21;p66"/>
          <p:cNvPicPr preferRelativeResize="0"/>
          <p:nvPr/>
        </p:nvPicPr>
        <p:blipFill rotWithShape="1">
          <a:blip r:embed="rId2">
            <a:alphaModFix/>
          </a:blip>
          <a:srcRect b="0" l="0" r="0" t="0"/>
          <a:stretch/>
        </p:blipFill>
        <p:spPr>
          <a:xfrm>
            <a:off x="2757756" y="1735004"/>
            <a:ext cx="3628487" cy="1673492"/>
          </a:xfrm>
          <a:prstGeom prst="rect">
            <a:avLst/>
          </a:prstGeom>
          <a:noFill/>
          <a:ln>
            <a:noFill/>
          </a:ln>
        </p:spPr>
      </p:pic>
      <p:sp>
        <p:nvSpPr>
          <p:cNvPr id="22" name="Google Shape;22;p66"/>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6"/>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6"/>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ogo (Dark)" showMasterSp="0">
  <p:cSld name="Cover Logo (Dark)">
    <p:bg>
      <p:bgPr>
        <a:solidFill>
          <a:schemeClr val="accent1"/>
        </a:solidFill>
      </p:bgPr>
    </p:bg>
    <p:spTree>
      <p:nvGrpSpPr>
        <p:cNvPr id="25" name="Shape 25"/>
        <p:cNvGrpSpPr/>
        <p:nvPr/>
      </p:nvGrpSpPr>
      <p:grpSpPr>
        <a:xfrm>
          <a:off x="0" y="0"/>
          <a:ext cx="0" cy="0"/>
          <a:chOff x="0" y="0"/>
          <a:chExt cx="0" cy="0"/>
        </a:xfrm>
      </p:grpSpPr>
      <p:grpSp>
        <p:nvGrpSpPr>
          <p:cNvPr id="26" name="Google Shape;26;p67"/>
          <p:cNvGrpSpPr/>
          <p:nvPr/>
        </p:nvGrpSpPr>
        <p:grpSpPr>
          <a:xfrm>
            <a:off x="3236583" y="2227948"/>
            <a:ext cx="2670836" cy="687600"/>
            <a:chOff x="4767702" y="-472136"/>
            <a:chExt cx="745525" cy="191931"/>
          </a:xfrm>
        </p:grpSpPr>
        <p:sp>
          <p:nvSpPr>
            <p:cNvPr id="27" name="Google Shape;27;p67"/>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28" name="Google Shape;28;p67"/>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29" name="Google Shape;29;p67"/>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30" name="Google Shape;30;p67"/>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7"/>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7"/>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Light)" showMasterSp="0">
  <p:cSld name="Cover Title (Light)">
    <p:spTree>
      <p:nvGrpSpPr>
        <p:cNvPr id="33" name="Shape 33"/>
        <p:cNvGrpSpPr/>
        <p:nvPr/>
      </p:nvGrpSpPr>
      <p:grpSpPr>
        <a:xfrm>
          <a:off x="0" y="0"/>
          <a:ext cx="0" cy="0"/>
          <a:chOff x="0" y="0"/>
          <a:chExt cx="0" cy="0"/>
        </a:xfrm>
      </p:grpSpPr>
      <p:pic>
        <p:nvPicPr>
          <p:cNvPr descr="Shape&#10;&#10;Description automatically generated with low confidence" id="34" name="Google Shape;34;p68"/>
          <p:cNvPicPr preferRelativeResize="0"/>
          <p:nvPr/>
        </p:nvPicPr>
        <p:blipFill rotWithShape="1">
          <a:blip r:embed="rId2">
            <a:alphaModFix/>
          </a:blip>
          <a:srcRect b="0" l="0" r="0" t="0"/>
          <a:stretch/>
        </p:blipFill>
        <p:spPr>
          <a:xfrm>
            <a:off x="3993367" y="166254"/>
            <a:ext cx="1157201" cy="533712"/>
          </a:xfrm>
          <a:prstGeom prst="rect">
            <a:avLst/>
          </a:prstGeom>
          <a:noFill/>
          <a:ln>
            <a:noFill/>
          </a:ln>
        </p:spPr>
      </p:pic>
      <p:sp>
        <p:nvSpPr>
          <p:cNvPr id="35" name="Google Shape;35;p68"/>
          <p:cNvSpPr/>
          <p:nvPr>
            <p:ph idx="2" type="dgm"/>
          </p:nvPr>
        </p:nvSpPr>
        <p:spPr>
          <a:xfrm>
            <a:off x="4514348" y="3749928"/>
            <a:ext cx="115305" cy="114487"/>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36" name="Google Shape;36;p68"/>
          <p:cNvSpPr/>
          <p:nvPr>
            <p:ph idx="3" type="dgm"/>
          </p:nvPr>
        </p:nvSpPr>
        <p:spPr>
          <a:xfrm>
            <a:off x="4514348" y="1161011"/>
            <a:ext cx="115305" cy="114487"/>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37" name="Google Shape;37;p68"/>
          <p:cNvSpPr txBox="1"/>
          <p:nvPr>
            <p:ph type="title"/>
          </p:nvPr>
        </p:nvSpPr>
        <p:spPr>
          <a:xfrm>
            <a:off x="1118600" y="1449062"/>
            <a:ext cx="6922834" cy="1243611"/>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Clr>
                <a:schemeClr val="dk1"/>
              </a:buClr>
              <a:buSzPts val="4200"/>
              <a:buFont typeface="Verdana"/>
              <a:buNone/>
              <a:defRPr sz="4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8"/>
          <p:cNvSpPr txBox="1"/>
          <p:nvPr>
            <p:ph idx="1" type="body"/>
          </p:nvPr>
        </p:nvSpPr>
        <p:spPr>
          <a:xfrm>
            <a:off x="1110583" y="2818617"/>
            <a:ext cx="6922834" cy="403469"/>
          </a:xfrm>
          <a:prstGeom prst="rect">
            <a:avLst/>
          </a:prstGeom>
          <a:noFill/>
          <a:ln>
            <a:noFill/>
          </a:ln>
        </p:spPr>
        <p:txBody>
          <a:bodyPr anchorCtr="0" anchor="ctr" bIns="0" lIns="0" spcFirstLastPara="1" rIns="0" wrap="square" tIns="0">
            <a:noAutofit/>
          </a:bodyPr>
          <a:lstStyle>
            <a:lvl1pPr indent="-228600" lvl="0" marL="457200" algn="ctr">
              <a:lnSpc>
                <a:spcPct val="96000"/>
              </a:lnSpc>
              <a:spcBef>
                <a:spcPts val="0"/>
              </a:spcBef>
              <a:spcAft>
                <a:spcPts val="0"/>
              </a:spcAft>
              <a:buClr>
                <a:schemeClr val="accent2"/>
              </a:buClr>
              <a:buSzPts val="2000"/>
              <a:buNone/>
              <a:defRPr b="0" i="1" sz="2000">
                <a:solidFill>
                  <a:schemeClr val="accent2"/>
                </a:solidFill>
                <a:latin typeface="Georgia"/>
                <a:ea typeface="Georgia"/>
                <a:cs typeface="Georgia"/>
                <a:sym typeface="Georgia"/>
              </a:defRPr>
            </a:lvl1pPr>
            <a:lvl2pPr indent="-228600" lvl="1" marL="914400" algn="ctr">
              <a:lnSpc>
                <a:spcPct val="100000"/>
              </a:lnSpc>
              <a:spcBef>
                <a:spcPts val="1000"/>
              </a:spcBef>
              <a:spcAft>
                <a:spcPts val="0"/>
              </a:spcAft>
              <a:buSzPts val="4200"/>
              <a:buFont typeface="Arial"/>
              <a:buNone/>
              <a:defRPr b="0" i="1" sz="4200">
                <a:solidFill>
                  <a:schemeClr val="accent2"/>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8"/>
          <p:cNvSpPr txBox="1"/>
          <p:nvPr>
            <p:ph idx="4" type="body"/>
          </p:nvPr>
        </p:nvSpPr>
        <p:spPr>
          <a:xfrm>
            <a:off x="1110583" y="3384936"/>
            <a:ext cx="6922834" cy="231290"/>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04800" lvl="1" marL="914400" algn="l">
              <a:lnSpc>
                <a:spcPct val="100000"/>
              </a:lnSpc>
              <a:spcBef>
                <a:spcPts val="1000"/>
              </a:spcBef>
              <a:spcAft>
                <a:spcPts val="0"/>
              </a:spcAft>
              <a:buSzPts val="1200"/>
              <a:buChar char="•"/>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8"/>
          <p:cNvSpPr txBox="1"/>
          <p:nvPr>
            <p:ph idx="10" type="dt"/>
          </p:nvPr>
        </p:nvSpPr>
        <p:spPr>
          <a:xfrm>
            <a:off x="3758508" y="4832099"/>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8"/>
          <p:cNvSpPr txBox="1"/>
          <p:nvPr>
            <p:ph idx="12" type="sldNum"/>
          </p:nvPr>
        </p:nvSpPr>
        <p:spPr>
          <a:xfrm>
            <a:off x="8336226" y="4800359"/>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68"/>
          <p:cNvCxnSpPr/>
          <p:nvPr/>
        </p:nvCxnSpPr>
        <p:spPr>
          <a:xfrm rot="10800000">
            <a:off x="4503448" y="5236845"/>
            <a:ext cx="0" cy="325344"/>
          </a:xfrm>
          <a:prstGeom prst="straightConnector1">
            <a:avLst/>
          </a:prstGeom>
          <a:noFill/>
          <a:ln cap="flat" cmpd="sng" w="9525">
            <a:solidFill>
              <a:schemeClr val="accent1"/>
            </a:solidFill>
            <a:prstDash val="solid"/>
            <a:miter lim="800000"/>
            <a:headEnd len="sm" w="sm" type="none"/>
            <a:tailEnd len="med" w="med" type="triangle"/>
          </a:ln>
        </p:spPr>
      </p:cxnSp>
      <p:sp>
        <p:nvSpPr>
          <p:cNvPr id="43" name="Google Shape;43;p68"/>
          <p:cNvSpPr txBox="1"/>
          <p:nvPr/>
        </p:nvSpPr>
        <p:spPr>
          <a:xfrm>
            <a:off x="1378200" y="5618210"/>
            <a:ext cx="5802084" cy="769441"/>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change date format:</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Go to the “Insert” tab in the top ribbon</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“Header &amp; Footer”</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Choose the desired date format from the dropdown and save your changes</a:t>
            </a:r>
            <a:endParaRPr/>
          </a:p>
        </p:txBody>
      </p:sp>
      <p:pic>
        <p:nvPicPr>
          <p:cNvPr descr="A picture containing text, design&#10;&#10;Description automatically generated" id="44" name="Google Shape;44;p68"/>
          <p:cNvPicPr preferRelativeResize="0"/>
          <p:nvPr/>
        </p:nvPicPr>
        <p:blipFill rotWithShape="1">
          <a:blip r:embed="rId3">
            <a:alphaModFix/>
          </a:blip>
          <a:srcRect b="0" l="0" r="0" t="0"/>
          <a:stretch/>
        </p:blipFill>
        <p:spPr>
          <a:xfrm>
            <a:off x="7304135" y="5631571"/>
            <a:ext cx="522697" cy="733227"/>
          </a:xfrm>
          <a:prstGeom prst="rect">
            <a:avLst/>
          </a:prstGeom>
          <a:noFill/>
          <a:ln>
            <a:noFill/>
          </a:ln>
        </p:spPr>
      </p:pic>
      <p:sp>
        <p:nvSpPr>
          <p:cNvPr id="45" name="Google Shape;45;p68"/>
          <p:cNvSpPr txBox="1"/>
          <p:nvPr>
            <p:ph idx="11" type="ftr"/>
          </p:nvPr>
        </p:nvSpPr>
        <p:spPr>
          <a:xfrm>
            <a:off x="1671799" y="66446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Dark)" showMasterSp="0">
  <p:cSld name="Cover Title (Dark)">
    <p:bg>
      <p:bgPr>
        <a:solidFill>
          <a:schemeClr val="accent1"/>
        </a:solidFill>
      </p:bgPr>
    </p:bg>
    <p:spTree>
      <p:nvGrpSpPr>
        <p:cNvPr id="46" name="Shape 46"/>
        <p:cNvGrpSpPr/>
        <p:nvPr/>
      </p:nvGrpSpPr>
      <p:grpSpPr>
        <a:xfrm>
          <a:off x="0" y="0"/>
          <a:ext cx="0" cy="0"/>
          <a:chOff x="0" y="0"/>
          <a:chExt cx="0" cy="0"/>
        </a:xfrm>
      </p:grpSpPr>
      <p:grpSp>
        <p:nvGrpSpPr>
          <p:cNvPr id="47" name="Google Shape;47;p69"/>
          <p:cNvGrpSpPr/>
          <p:nvPr/>
        </p:nvGrpSpPr>
        <p:grpSpPr>
          <a:xfrm>
            <a:off x="4146495" y="333341"/>
            <a:ext cx="851011" cy="219091"/>
            <a:chOff x="4767702" y="-472136"/>
            <a:chExt cx="745525" cy="191931"/>
          </a:xfrm>
        </p:grpSpPr>
        <p:sp>
          <p:nvSpPr>
            <p:cNvPr id="48" name="Google Shape;48;p69"/>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49" name="Google Shape;49;p69"/>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50" name="Google Shape;50;p69"/>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51" name="Google Shape;51;p69"/>
          <p:cNvSpPr/>
          <p:nvPr>
            <p:ph idx="2" type="dgm"/>
          </p:nvPr>
        </p:nvSpPr>
        <p:spPr>
          <a:xfrm>
            <a:off x="4514347" y="3749928"/>
            <a:ext cx="115305" cy="114487"/>
          </a:xfrm>
          <a:prstGeom prst="rect">
            <a:avLst/>
          </a:prstGeom>
          <a:solidFill>
            <a:schemeClr val="lt1"/>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2" name="Google Shape;52;p69"/>
          <p:cNvSpPr/>
          <p:nvPr>
            <p:ph idx="3" type="dgm"/>
          </p:nvPr>
        </p:nvSpPr>
        <p:spPr>
          <a:xfrm>
            <a:off x="4514347" y="1161011"/>
            <a:ext cx="115305" cy="114487"/>
          </a:xfrm>
          <a:prstGeom prst="rect">
            <a:avLst/>
          </a:prstGeom>
          <a:solidFill>
            <a:schemeClr val="lt1"/>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3" name="Google Shape;53;p69"/>
          <p:cNvSpPr txBox="1"/>
          <p:nvPr>
            <p:ph type="title"/>
          </p:nvPr>
        </p:nvSpPr>
        <p:spPr>
          <a:xfrm>
            <a:off x="1110583" y="1444509"/>
            <a:ext cx="6922834" cy="1254557"/>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Clr>
                <a:schemeClr val="lt1"/>
              </a:buClr>
              <a:buSzPts val="4200"/>
              <a:buFont typeface="Verdana"/>
              <a:buNone/>
              <a:defRPr sz="4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9"/>
          <p:cNvSpPr txBox="1"/>
          <p:nvPr>
            <p:ph idx="1" type="body"/>
          </p:nvPr>
        </p:nvSpPr>
        <p:spPr>
          <a:xfrm>
            <a:off x="1110583" y="2818617"/>
            <a:ext cx="6922834" cy="403469"/>
          </a:xfrm>
          <a:prstGeom prst="rect">
            <a:avLst/>
          </a:prstGeom>
          <a:noFill/>
          <a:ln>
            <a:noFill/>
          </a:ln>
        </p:spPr>
        <p:txBody>
          <a:bodyPr anchorCtr="0" anchor="ctr" bIns="0" lIns="0" spcFirstLastPara="1" rIns="0" wrap="square" tIns="0">
            <a:noAutofit/>
          </a:bodyPr>
          <a:lstStyle>
            <a:lvl1pPr indent="-228600" lvl="0" marL="457200" algn="ctr">
              <a:lnSpc>
                <a:spcPct val="96000"/>
              </a:lnSpc>
              <a:spcBef>
                <a:spcPts val="0"/>
              </a:spcBef>
              <a:spcAft>
                <a:spcPts val="0"/>
              </a:spcAft>
              <a:buClr>
                <a:schemeClr val="lt2"/>
              </a:buClr>
              <a:buSzPts val="2000"/>
              <a:buNone/>
              <a:defRPr b="0" i="1" sz="2000">
                <a:solidFill>
                  <a:schemeClr val="lt2"/>
                </a:solidFill>
                <a:latin typeface="Georgia"/>
                <a:ea typeface="Georgia"/>
                <a:cs typeface="Georgia"/>
                <a:sym typeface="Georgia"/>
              </a:defRPr>
            </a:lvl1pPr>
            <a:lvl2pPr indent="-228600" lvl="1" marL="914400" algn="ctr">
              <a:lnSpc>
                <a:spcPct val="100000"/>
              </a:lnSpc>
              <a:spcBef>
                <a:spcPts val="1000"/>
              </a:spcBef>
              <a:spcAft>
                <a:spcPts val="0"/>
              </a:spcAft>
              <a:buSzPts val="4200"/>
              <a:buFont typeface="Arial"/>
              <a:buNone/>
              <a:defRPr b="0" i="1" sz="4200">
                <a:solidFill>
                  <a:schemeClr val="lt1"/>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69"/>
          <p:cNvSpPr txBox="1"/>
          <p:nvPr>
            <p:ph idx="4" type="body"/>
          </p:nvPr>
        </p:nvSpPr>
        <p:spPr>
          <a:xfrm>
            <a:off x="1110583" y="3384936"/>
            <a:ext cx="6922834" cy="231290"/>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lt2"/>
              </a:buClr>
              <a:buSzPts val="1400"/>
              <a:buNone/>
              <a:defRPr b="0" i="0" sz="1400">
                <a:solidFill>
                  <a:schemeClr val="lt2"/>
                </a:solidFill>
                <a:latin typeface="Verdana"/>
                <a:ea typeface="Verdana"/>
                <a:cs typeface="Verdana"/>
                <a:sym typeface="Verdana"/>
              </a:defRPr>
            </a:lvl1pPr>
            <a:lvl2pPr indent="-304800" lvl="1" marL="914400" algn="l">
              <a:lnSpc>
                <a:spcPct val="100000"/>
              </a:lnSpc>
              <a:spcBef>
                <a:spcPts val="1000"/>
              </a:spcBef>
              <a:spcAft>
                <a:spcPts val="0"/>
              </a:spcAft>
              <a:buSzPts val="1200"/>
              <a:buChar char="•"/>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69"/>
          <p:cNvSpPr txBox="1"/>
          <p:nvPr>
            <p:ph idx="10" type="dt"/>
          </p:nvPr>
        </p:nvSpPr>
        <p:spPr>
          <a:xfrm>
            <a:off x="3758509" y="4827336"/>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9"/>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69"/>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with Image (Light)" showMasterSp="0">
  <p:cSld name="Cover Title with Image (Light)">
    <p:spTree>
      <p:nvGrpSpPr>
        <p:cNvPr id="59" name="Shape 59"/>
        <p:cNvGrpSpPr/>
        <p:nvPr/>
      </p:nvGrpSpPr>
      <p:grpSpPr>
        <a:xfrm>
          <a:off x="0" y="0"/>
          <a:ext cx="0" cy="0"/>
          <a:chOff x="0" y="0"/>
          <a:chExt cx="0" cy="0"/>
        </a:xfrm>
      </p:grpSpPr>
      <p:grpSp>
        <p:nvGrpSpPr>
          <p:cNvPr id="60" name="Google Shape;60;p70"/>
          <p:cNvGrpSpPr/>
          <p:nvPr/>
        </p:nvGrpSpPr>
        <p:grpSpPr>
          <a:xfrm>
            <a:off x="6518220" y="387184"/>
            <a:ext cx="851011" cy="219091"/>
            <a:chOff x="4767702" y="-472136"/>
            <a:chExt cx="745525" cy="191931"/>
          </a:xfrm>
        </p:grpSpPr>
        <p:sp>
          <p:nvSpPr>
            <p:cNvPr id="61" name="Google Shape;61;p70"/>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2" name="Google Shape;62;p70"/>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63" name="Google Shape;63;p70"/>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64" name="Google Shape;64;p70"/>
          <p:cNvSpPr/>
          <p:nvPr>
            <p:ph idx="2" type="dgm"/>
          </p:nvPr>
        </p:nvSpPr>
        <p:spPr>
          <a:xfrm>
            <a:off x="6892559" y="1322814"/>
            <a:ext cx="102332" cy="101605"/>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65" name="Google Shape;65;p70"/>
          <p:cNvSpPr/>
          <p:nvPr>
            <p:ph idx="3" type="dgm"/>
          </p:nvPr>
        </p:nvSpPr>
        <p:spPr>
          <a:xfrm>
            <a:off x="6892559" y="3877313"/>
            <a:ext cx="102332" cy="101605"/>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66" name="Google Shape;66;p70"/>
          <p:cNvSpPr/>
          <p:nvPr>
            <p:ph idx="4" type="pic"/>
          </p:nvPr>
        </p:nvSpPr>
        <p:spPr>
          <a:xfrm>
            <a:off x="1" y="0"/>
            <a:ext cx="4781135" cy="5143500"/>
          </a:xfrm>
          <a:prstGeom prst="rect">
            <a:avLst/>
          </a:prstGeom>
          <a:noFill/>
          <a:ln>
            <a:noFill/>
          </a:ln>
        </p:spPr>
      </p:sp>
      <p:sp>
        <p:nvSpPr>
          <p:cNvPr id="67" name="Google Shape;67;p70"/>
          <p:cNvSpPr txBox="1"/>
          <p:nvPr>
            <p:ph type="title"/>
          </p:nvPr>
        </p:nvSpPr>
        <p:spPr>
          <a:xfrm>
            <a:off x="5087572" y="1446020"/>
            <a:ext cx="3712306" cy="1242315"/>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3000"/>
              <a:buFont typeface="Verdana"/>
              <a:buNone/>
              <a:defRPr sz="3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70"/>
          <p:cNvSpPr txBox="1"/>
          <p:nvPr>
            <p:ph idx="1" type="body"/>
          </p:nvPr>
        </p:nvSpPr>
        <p:spPr>
          <a:xfrm>
            <a:off x="5087572" y="2818617"/>
            <a:ext cx="3712306" cy="403469"/>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accent2"/>
              </a:buClr>
              <a:buSzPts val="2000"/>
              <a:buNone/>
              <a:defRPr b="0" i="1" sz="2000">
                <a:solidFill>
                  <a:schemeClr val="accent2"/>
                </a:solidFill>
                <a:latin typeface="Georgia"/>
                <a:ea typeface="Georgia"/>
                <a:cs typeface="Georgia"/>
                <a:sym typeface="Georgia"/>
              </a:defRPr>
            </a:lvl1pPr>
            <a:lvl2pPr indent="-228600" lvl="1" marL="914400" algn="ctr">
              <a:lnSpc>
                <a:spcPct val="100000"/>
              </a:lnSpc>
              <a:spcBef>
                <a:spcPts val="1000"/>
              </a:spcBef>
              <a:spcAft>
                <a:spcPts val="0"/>
              </a:spcAft>
              <a:buSzPts val="2000"/>
              <a:buFont typeface="Arial"/>
              <a:buNone/>
              <a:defRPr b="0" i="1" sz="2000">
                <a:solidFill>
                  <a:schemeClr val="accent2"/>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9" name="Google Shape;69;p70"/>
          <p:cNvSpPr txBox="1"/>
          <p:nvPr>
            <p:ph idx="5" type="body"/>
          </p:nvPr>
        </p:nvSpPr>
        <p:spPr>
          <a:xfrm>
            <a:off x="5087572" y="3240373"/>
            <a:ext cx="3712306" cy="577995"/>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04800" lvl="1" marL="914400" algn="l">
              <a:lnSpc>
                <a:spcPct val="100000"/>
              </a:lnSpc>
              <a:spcBef>
                <a:spcPts val="1000"/>
              </a:spcBef>
              <a:spcAft>
                <a:spcPts val="0"/>
              </a:spcAft>
              <a:buSzPts val="1200"/>
              <a:buChar char="•"/>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0" name="Google Shape;70;p70"/>
          <p:cNvSpPr txBox="1"/>
          <p:nvPr>
            <p:ph idx="10" type="dt"/>
          </p:nvPr>
        </p:nvSpPr>
        <p:spPr>
          <a:xfrm>
            <a:off x="6135974"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1" name="Google Shape;71;p70"/>
          <p:cNvCxnSpPr/>
          <p:nvPr/>
        </p:nvCxnSpPr>
        <p:spPr>
          <a:xfrm>
            <a:off x="-556260" y="160020"/>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72" name="Google Shape;72;p70"/>
          <p:cNvSpPr txBox="1"/>
          <p:nvPr/>
        </p:nvSpPr>
        <p:spPr>
          <a:xfrm>
            <a:off x="-2436695"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73" name="Google Shape;73;p70"/>
          <p:cNvPicPr preferRelativeResize="0"/>
          <p:nvPr/>
        </p:nvPicPr>
        <p:blipFill rotWithShape="1">
          <a:blip r:embed="rId2">
            <a:alphaModFix/>
          </a:blip>
          <a:srcRect b="0" l="0" r="0" t="0"/>
          <a:stretch/>
        </p:blipFill>
        <p:spPr>
          <a:xfrm>
            <a:off x="-2169241" y="2514968"/>
            <a:ext cx="307086" cy="622046"/>
          </a:xfrm>
          <a:prstGeom prst="rect">
            <a:avLst/>
          </a:prstGeom>
          <a:noFill/>
          <a:ln>
            <a:noFill/>
          </a:ln>
        </p:spPr>
      </p:pic>
      <p:cxnSp>
        <p:nvCxnSpPr>
          <p:cNvPr id="74" name="Google Shape;74;p70"/>
          <p:cNvCxnSpPr/>
          <p:nvPr/>
        </p:nvCxnSpPr>
        <p:spPr>
          <a:xfrm rot="10800000">
            <a:off x="6963618" y="5236845"/>
            <a:ext cx="0" cy="325344"/>
          </a:xfrm>
          <a:prstGeom prst="straightConnector1">
            <a:avLst/>
          </a:prstGeom>
          <a:noFill/>
          <a:ln cap="flat" cmpd="sng" w="9525">
            <a:solidFill>
              <a:schemeClr val="accent1"/>
            </a:solidFill>
            <a:prstDash val="solid"/>
            <a:miter lim="800000"/>
            <a:headEnd len="sm" w="sm" type="none"/>
            <a:tailEnd len="med" w="med" type="triangle"/>
          </a:ln>
        </p:spPr>
      </p:cxnSp>
      <p:sp>
        <p:nvSpPr>
          <p:cNvPr id="75" name="Google Shape;75;p70"/>
          <p:cNvSpPr txBox="1"/>
          <p:nvPr/>
        </p:nvSpPr>
        <p:spPr>
          <a:xfrm>
            <a:off x="2390568" y="5618210"/>
            <a:ext cx="5802084" cy="769441"/>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change date format:</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Go to the “Insert” tab in the top ribbon</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“Header &amp; Footer”</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Choose the desired date format from the dropdown and save your changes</a:t>
            </a:r>
            <a:endParaRPr/>
          </a:p>
        </p:txBody>
      </p:sp>
      <p:pic>
        <p:nvPicPr>
          <p:cNvPr descr="A picture containing text, design&#10;&#10;Description automatically generated" id="76" name="Google Shape;76;p70"/>
          <p:cNvPicPr preferRelativeResize="0"/>
          <p:nvPr/>
        </p:nvPicPr>
        <p:blipFill rotWithShape="1">
          <a:blip r:embed="rId3">
            <a:alphaModFix/>
          </a:blip>
          <a:srcRect b="0" l="0" r="0" t="0"/>
          <a:stretch/>
        </p:blipFill>
        <p:spPr>
          <a:xfrm>
            <a:off x="8316503" y="5631571"/>
            <a:ext cx="522697" cy="733227"/>
          </a:xfrm>
          <a:prstGeom prst="rect">
            <a:avLst/>
          </a:prstGeom>
          <a:noFill/>
          <a:ln>
            <a:noFill/>
          </a:ln>
        </p:spPr>
      </p:pic>
      <p:sp>
        <p:nvSpPr>
          <p:cNvPr id="77" name="Google Shape;77;p70"/>
          <p:cNvSpPr txBox="1"/>
          <p:nvPr>
            <p:ph idx="11" type="ftr"/>
          </p:nvPr>
        </p:nvSpPr>
        <p:spPr>
          <a:xfrm>
            <a:off x="1671799" y="6581613"/>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70"/>
          <p:cNvSpPr txBox="1"/>
          <p:nvPr>
            <p:ph idx="12" type="sldNum"/>
          </p:nvPr>
        </p:nvSpPr>
        <p:spPr>
          <a:xfrm>
            <a:off x="8336226" y="65425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with Image (Dark)" showMasterSp="0">
  <p:cSld name="Cover Title with Image (Dark)">
    <p:bg>
      <p:bgPr>
        <a:solidFill>
          <a:schemeClr val="accent1"/>
        </a:solidFill>
      </p:bgPr>
    </p:bg>
    <p:spTree>
      <p:nvGrpSpPr>
        <p:cNvPr id="79" name="Shape 79"/>
        <p:cNvGrpSpPr/>
        <p:nvPr/>
      </p:nvGrpSpPr>
      <p:grpSpPr>
        <a:xfrm>
          <a:off x="0" y="0"/>
          <a:ext cx="0" cy="0"/>
          <a:chOff x="0" y="0"/>
          <a:chExt cx="0" cy="0"/>
        </a:xfrm>
      </p:grpSpPr>
      <p:grpSp>
        <p:nvGrpSpPr>
          <p:cNvPr id="80" name="Google Shape;80;p71"/>
          <p:cNvGrpSpPr/>
          <p:nvPr/>
        </p:nvGrpSpPr>
        <p:grpSpPr>
          <a:xfrm>
            <a:off x="6518220" y="387184"/>
            <a:ext cx="851011" cy="219091"/>
            <a:chOff x="4767702" y="-472136"/>
            <a:chExt cx="745525" cy="191931"/>
          </a:xfrm>
        </p:grpSpPr>
        <p:sp>
          <p:nvSpPr>
            <p:cNvPr id="81" name="Google Shape;81;p71"/>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82" name="Google Shape;82;p71"/>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83" name="Google Shape;83;p71"/>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84" name="Google Shape;84;p71"/>
          <p:cNvSpPr/>
          <p:nvPr>
            <p:ph idx="2" type="dgm"/>
          </p:nvPr>
        </p:nvSpPr>
        <p:spPr>
          <a:xfrm>
            <a:off x="6892559" y="1322814"/>
            <a:ext cx="102332" cy="101605"/>
          </a:xfrm>
          <a:prstGeom prst="rect">
            <a:avLst/>
          </a:prstGeom>
          <a:solidFill>
            <a:schemeClr val="lt1"/>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85" name="Google Shape;85;p71"/>
          <p:cNvSpPr/>
          <p:nvPr>
            <p:ph idx="3" type="dgm"/>
          </p:nvPr>
        </p:nvSpPr>
        <p:spPr>
          <a:xfrm>
            <a:off x="6892559" y="3877313"/>
            <a:ext cx="102332" cy="101605"/>
          </a:xfrm>
          <a:prstGeom prst="rect">
            <a:avLst/>
          </a:prstGeom>
          <a:solidFill>
            <a:schemeClr val="lt1"/>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86" name="Google Shape;86;p71"/>
          <p:cNvSpPr/>
          <p:nvPr>
            <p:ph idx="4" type="pic"/>
          </p:nvPr>
        </p:nvSpPr>
        <p:spPr>
          <a:xfrm>
            <a:off x="1" y="0"/>
            <a:ext cx="4781135" cy="5143500"/>
          </a:xfrm>
          <a:prstGeom prst="rect">
            <a:avLst/>
          </a:prstGeom>
          <a:noFill/>
          <a:ln>
            <a:noFill/>
          </a:ln>
        </p:spPr>
      </p:sp>
      <p:sp>
        <p:nvSpPr>
          <p:cNvPr id="87" name="Google Shape;87;p71"/>
          <p:cNvSpPr txBox="1"/>
          <p:nvPr>
            <p:ph type="title"/>
          </p:nvPr>
        </p:nvSpPr>
        <p:spPr>
          <a:xfrm>
            <a:off x="5087572" y="1442763"/>
            <a:ext cx="3712306" cy="1263859"/>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lt1"/>
              </a:buClr>
              <a:buSzPts val="3000"/>
              <a:buFont typeface="Verdana"/>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71"/>
          <p:cNvSpPr txBox="1"/>
          <p:nvPr>
            <p:ph idx="1" type="body"/>
          </p:nvPr>
        </p:nvSpPr>
        <p:spPr>
          <a:xfrm>
            <a:off x="5087572" y="2818617"/>
            <a:ext cx="3712306" cy="403469"/>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lt2"/>
              </a:buClr>
              <a:buSzPts val="2000"/>
              <a:buNone/>
              <a:defRPr b="0" i="1" sz="2000">
                <a:solidFill>
                  <a:schemeClr val="lt2"/>
                </a:solidFill>
                <a:latin typeface="Georgia"/>
                <a:ea typeface="Georgia"/>
                <a:cs typeface="Georgia"/>
                <a:sym typeface="Georgia"/>
              </a:defRPr>
            </a:lvl1pPr>
            <a:lvl2pPr indent="-228600" lvl="1" marL="914400" algn="ctr">
              <a:lnSpc>
                <a:spcPct val="100000"/>
              </a:lnSpc>
              <a:spcBef>
                <a:spcPts val="1000"/>
              </a:spcBef>
              <a:spcAft>
                <a:spcPts val="0"/>
              </a:spcAft>
              <a:buSzPts val="2000"/>
              <a:buFont typeface="Arial"/>
              <a:buNone/>
              <a:defRPr b="0" i="1" sz="2000">
                <a:solidFill>
                  <a:schemeClr val="lt1"/>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9" name="Google Shape;89;p71"/>
          <p:cNvSpPr txBox="1"/>
          <p:nvPr>
            <p:ph idx="5" type="body"/>
          </p:nvPr>
        </p:nvSpPr>
        <p:spPr>
          <a:xfrm>
            <a:off x="5087572" y="3240373"/>
            <a:ext cx="3712306" cy="577995"/>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lt2"/>
              </a:buClr>
              <a:buSzPts val="1400"/>
              <a:buNone/>
              <a:defRPr b="0" i="0" sz="1400">
                <a:solidFill>
                  <a:schemeClr val="lt2"/>
                </a:solidFill>
                <a:latin typeface="Verdana"/>
                <a:ea typeface="Verdana"/>
                <a:cs typeface="Verdana"/>
                <a:sym typeface="Verdana"/>
              </a:defRPr>
            </a:lvl1pPr>
            <a:lvl2pPr indent="-304800" lvl="1" marL="914400" algn="l">
              <a:lnSpc>
                <a:spcPct val="100000"/>
              </a:lnSpc>
              <a:spcBef>
                <a:spcPts val="1000"/>
              </a:spcBef>
              <a:spcAft>
                <a:spcPts val="0"/>
              </a:spcAft>
              <a:buSzPts val="1200"/>
              <a:buChar char="•"/>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0" name="Google Shape;90;p71"/>
          <p:cNvSpPr txBox="1"/>
          <p:nvPr>
            <p:ph idx="10" type="dt"/>
          </p:nvPr>
        </p:nvSpPr>
        <p:spPr>
          <a:xfrm>
            <a:off x="6135974"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1" name="Google Shape;91;p71"/>
          <p:cNvCxnSpPr/>
          <p:nvPr/>
        </p:nvCxnSpPr>
        <p:spPr>
          <a:xfrm>
            <a:off x="-556260" y="160020"/>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92" name="Google Shape;92;p71"/>
          <p:cNvSpPr txBox="1"/>
          <p:nvPr/>
        </p:nvSpPr>
        <p:spPr>
          <a:xfrm>
            <a:off x="-2436695"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93" name="Google Shape;93;p71"/>
          <p:cNvPicPr preferRelativeResize="0"/>
          <p:nvPr/>
        </p:nvPicPr>
        <p:blipFill rotWithShape="1">
          <a:blip r:embed="rId2">
            <a:alphaModFix/>
          </a:blip>
          <a:srcRect b="0" l="0" r="0" t="0"/>
          <a:stretch/>
        </p:blipFill>
        <p:spPr>
          <a:xfrm>
            <a:off x="-2169241" y="2514968"/>
            <a:ext cx="307086" cy="622046"/>
          </a:xfrm>
          <a:prstGeom prst="rect">
            <a:avLst/>
          </a:prstGeom>
          <a:noFill/>
          <a:ln>
            <a:noFill/>
          </a:ln>
        </p:spPr>
      </p:pic>
      <p:sp>
        <p:nvSpPr>
          <p:cNvPr id="94" name="Google Shape;94;p71"/>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1"/>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with Image (Light) - Right" showMasterSp="0">
  <p:cSld name="Cover Title with Image (Light) - Right">
    <p:spTree>
      <p:nvGrpSpPr>
        <p:cNvPr id="96" name="Shape 96"/>
        <p:cNvGrpSpPr/>
        <p:nvPr/>
      </p:nvGrpSpPr>
      <p:grpSpPr>
        <a:xfrm>
          <a:off x="0" y="0"/>
          <a:ext cx="0" cy="0"/>
          <a:chOff x="0" y="0"/>
          <a:chExt cx="0" cy="0"/>
        </a:xfrm>
      </p:grpSpPr>
      <p:grpSp>
        <p:nvGrpSpPr>
          <p:cNvPr id="97" name="Google Shape;97;p72"/>
          <p:cNvGrpSpPr/>
          <p:nvPr/>
        </p:nvGrpSpPr>
        <p:grpSpPr>
          <a:xfrm>
            <a:off x="1770007" y="387184"/>
            <a:ext cx="851011" cy="219091"/>
            <a:chOff x="4767702" y="-472136"/>
            <a:chExt cx="745525" cy="191931"/>
          </a:xfrm>
        </p:grpSpPr>
        <p:sp>
          <p:nvSpPr>
            <p:cNvPr id="98" name="Google Shape;98;p72"/>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99" name="Google Shape;99;p72"/>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100" name="Google Shape;100;p72"/>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101" name="Google Shape;101;p72"/>
          <p:cNvSpPr txBox="1"/>
          <p:nvPr>
            <p:ph type="title"/>
          </p:nvPr>
        </p:nvSpPr>
        <p:spPr>
          <a:xfrm>
            <a:off x="339360" y="1446020"/>
            <a:ext cx="3712306" cy="1242315"/>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3000"/>
              <a:buFont typeface="Verdana"/>
              <a:buNone/>
              <a:defRPr sz="3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72"/>
          <p:cNvSpPr txBox="1"/>
          <p:nvPr>
            <p:ph idx="1" type="body"/>
          </p:nvPr>
        </p:nvSpPr>
        <p:spPr>
          <a:xfrm>
            <a:off x="339360" y="2818617"/>
            <a:ext cx="3712306" cy="403469"/>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accent2"/>
              </a:buClr>
              <a:buSzPts val="2000"/>
              <a:buNone/>
              <a:defRPr b="0" i="1" sz="2000">
                <a:solidFill>
                  <a:schemeClr val="accent2"/>
                </a:solidFill>
                <a:latin typeface="Georgia"/>
                <a:ea typeface="Georgia"/>
                <a:cs typeface="Georgia"/>
                <a:sym typeface="Georgia"/>
              </a:defRPr>
            </a:lvl1pPr>
            <a:lvl2pPr indent="-228600" lvl="1" marL="914400" algn="ctr">
              <a:lnSpc>
                <a:spcPct val="100000"/>
              </a:lnSpc>
              <a:spcBef>
                <a:spcPts val="1000"/>
              </a:spcBef>
              <a:spcAft>
                <a:spcPts val="0"/>
              </a:spcAft>
              <a:buSzPts val="2000"/>
              <a:buFont typeface="Arial"/>
              <a:buNone/>
              <a:defRPr b="0" i="1" sz="2000">
                <a:solidFill>
                  <a:schemeClr val="accent2"/>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3" name="Google Shape;103;p72"/>
          <p:cNvSpPr txBox="1"/>
          <p:nvPr>
            <p:ph idx="2" type="body"/>
          </p:nvPr>
        </p:nvSpPr>
        <p:spPr>
          <a:xfrm>
            <a:off x="339360" y="3240373"/>
            <a:ext cx="3712306" cy="577995"/>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04800" lvl="1" marL="914400" algn="l">
              <a:lnSpc>
                <a:spcPct val="100000"/>
              </a:lnSpc>
              <a:spcBef>
                <a:spcPts val="1000"/>
              </a:spcBef>
              <a:spcAft>
                <a:spcPts val="0"/>
              </a:spcAft>
              <a:buSzPts val="1200"/>
              <a:buChar char="•"/>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4" name="Google Shape;104;p72"/>
          <p:cNvSpPr/>
          <p:nvPr>
            <p:ph idx="3" type="pic"/>
          </p:nvPr>
        </p:nvSpPr>
        <p:spPr>
          <a:xfrm>
            <a:off x="4362864" y="0"/>
            <a:ext cx="4781136" cy="5143500"/>
          </a:xfrm>
          <a:prstGeom prst="rect">
            <a:avLst/>
          </a:prstGeom>
          <a:noFill/>
          <a:ln>
            <a:noFill/>
          </a:ln>
        </p:spPr>
      </p:sp>
      <p:cxnSp>
        <p:nvCxnSpPr>
          <p:cNvPr id="105" name="Google Shape;105;p72"/>
          <p:cNvCxnSpPr/>
          <p:nvPr/>
        </p:nvCxnSpPr>
        <p:spPr>
          <a:xfrm rot="10800000">
            <a:off x="9270962" y="160020"/>
            <a:ext cx="476243" cy="0"/>
          </a:xfrm>
          <a:prstGeom prst="straightConnector1">
            <a:avLst/>
          </a:prstGeom>
          <a:noFill/>
          <a:ln cap="flat" cmpd="sng" w="9525">
            <a:solidFill>
              <a:schemeClr val="accent1"/>
            </a:solidFill>
            <a:prstDash val="solid"/>
            <a:miter lim="800000"/>
            <a:headEnd len="sm" w="sm" type="none"/>
            <a:tailEnd len="med" w="med" type="triangle"/>
          </a:ln>
        </p:spPr>
      </p:cxnSp>
      <p:sp>
        <p:nvSpPr>
          <p:cNvPr id="106" name="Google Shape;106;p72"/>
          <p:cNvSpPr txBox="1"/>
          <p:nvPr/>
        </p:nvSpPr>
        <p:spPr>
          <a:xfrm>
            <a:off x="9992750"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107" name="Google Shape;107;p72"/>
          <p:cNvPicPr preferRelativeResize="0"/>
          <p:nvPr/>
        </p:nvPicPr>
        <p:blipFill rotWithShape="1">
          <a:blip r:embed="rId2">
            <a:alphaModFix/>
          </a:blip>
          <a:srcRect b="0" l="0" r="0" t="0"/>
          <a:stretch/>
        </p:blipFill>
        <p:spPr>
          <a:xfrm>
            <a:off x="10260204" y="2514968"/>
            <a:ext cx="307086" cy="622046"/>
          </a:xfrm>
          <a:prstGeom prst="rect">
            <a:avLst/>
          </a:prstGeom>
          <a:noFill/>
          <a:ln>
            <a:noFill/>
          </a:ln>
        </p:spPr>
      </p:pic>
      <p:cxnSp>
        <p:nvCxnSpPr>
          <p:cNvPr id="108" name="Google Shape;108;p72"/>
          <p:cNvCxnSpPr/>
          <p:nvPr/>
        </p:nvCxnSpPr>
        <p:spPr>
          <a:xfrm rot="10800000">
            <a:off x="2243440" y="5236845"/>
            <a:ext cx="0" cy="325344"/>
          </a:xfrm>
          <a:prstGeom prst="straightConnector1">
            <a:avLst/>
          </a:prstGeom>
          <a:noFill/>
          <a:ln cap="flat" cmpd="sng" w="9525">
            <a:solidFill>
              <a:schemeClr val="accent1"/>
            </a:solidFill>
            <a:prstDash val="solid"/>
            <a:miter lim="800000"/>
            <a:headEnd len="sm" w="sm" type="none"/>
            <a:tailEnd len="med" w="med" type="triangle"/>
          </a:ln>
        </p:spPr>
      </p:cxnSp>
      <p:sp>
        <p:nvSpPr>
          <p:cNvPr id="109" name="Google Shape;109;p72"/>
          <p:cNvSpPr txBox="1"/>
          <p:nvPr/>
        </p:nvSpPr>
        <p:spPr>
          <a:xfrm>
            <a:off x="2390568" y="5618210"/>
            <a:ext cx="5802084" cy="769441"/>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change date format:</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Go to the “Insert” tab in the top ribbon</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“Header &amp; Footer”</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Choose the desired date format from the dropdown and save your changes</a:t>
            </a:r>
            <a:endParaRPr/>
          </a:p>
        </p:txBody>
      </p:sp>
      <p:pic>
        <p:nvPicPr>
          <p:cNvPr descr="A picture containing text, design&#10;&#10;Description automatically generated" id="110" name="Google Shape;110;p72"/>
          <p:cNvPicPr preferRelativeResize="0"/>
          <p:nvPr/>
        </p:nvPicPr>
        <p:blipFill rotWithShape="1">
          <a:blip r:embed="rId3">
            <a:alphaModFix/>
          </a:blip>
          <a:srcRect b="0" l="0" r="0" t="0"/>
          <a:stretch/>
        </p:blipFill>
        <p:spPr>
          <a:xfrm>
            <a:off x="8316503" y="5631571"/>
            <a:ext cx="522697" cy="733227"/>
          </a:xfrm>
          <a:prstGeom prst="rect">
            <a:avLst/>
          </a:prstGeom>
          <a:noFill/>
          <a:ln>
            <a:noFill/>
          </a:ln>
        </p:spPr>
      </p:pic>
      <p:sp>
        <p:nvSpPr>
          <p:cNvPr id="111" name="Google Shape;111;p72"/>
          <p:cNvSpPr/>
          <p:nvPr>
            <p:ph idx="4" type="dgm"/>
          </p:nvPr>
        </p:nvSpPr>
        <p:spPr>
          <a:xfrm>
            <a:off x="2144347" y="1322814"/>
            <a:ext cx="102332" cy="101605"/>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112" name="Google Shape;112;p72"/>
          <p:cNvSpPr/>
          <p:nvPr>
            <p:ph idx="5" type="dgm"/>
          </p:nvPr>
        </p:nvSpPr>
        <p:spPr>
          <a:xfrm>
            <a:off x="2144347" y="3877313"/>
            <a:ext cx="102332" cy="101605"/>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113" name="Google Shape;113;p72"/>
          <p:cNvSpPr txBox="1"/>
          <p:nvPr>
            <p:ph idx="10" type="dt"/>
          </p:nvPr>
        </p:nvSpPr>
        <p:spPr>
          <a:xfrm>
            <a:off x="1382021"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72"/>
          <p:cNvSpPr txBox="1"/>
          <p:nvPr>
            <p:ph idx="11" type="ftr"/>
          </p:nvPr>
        </p:nvSpPr>
        <p:spPr>
          <a:xfrm>
            <a:off x="1671799" y="65425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72"/>
          <p:cNvSpPr txBox="1"/>
          <p:nvPr>
            <p:ph idx="12" type="sldNum"/>
          </p:nvPr>
        </p:nvSpPr>
        <p:spPr>
          <a:xfrm>
            <a:off x="8336226" y="65425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with Image (Dark) - Right" showMasterSp="0">
  <p:cSld name="Cover Title with Image (Dark) - Right">
    <p:bg>
      <p:bgPr>
        <a:solidFill>
          <a:schemeClr val="accent1"/>
        </a:solidFill>
      </p:bgPr>
    </p:bg>
    <p:spTree>
      <p:nvGrpSpPr>
        <p:cNvPr id="116" name="Shape 116"/>
        <p:cNvGrpSpPr/>
        <p:nvPr/>
      </p:nvGrpSpPr>
      <p:grpSpPr>
        <a:xfrm>
          <a:off x="0" y="0"/>
          <a:ext cx="0" cy="0"/>
          <a:chOff x="0" y="0"/>
          <a:chExt cx="0" cy="0"/>
        </a:xfrm>
      </p:grpSpPr>
      <p:grpSp>
        <p:nvGrpSpPr>
          <p:cNvPr id="117" name="Google Shape;117;p73"/>
          <p:cNvGrpSpPr/>
          <p:nvPr/>
        </p:nvGrpSpPr>
        <p:grpSpPr>
          <a:xfrm>
            <a:off x="1770007" y="387184"/>
            <a:ext cx="851011" cy="219091"/>
            <a:chOff x="4767702" y="-472136"/>
            <a:chExt cx="745525" cy="191931"/>
          </a:xfrm>
        </p:grpSpPr>
        <p:sp>
          <p:nvSpPr>
            <p:cNvPr id="118" name="Google Shape;118;p73"/>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19" name="Google Shape;119;p73"/>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120" name="Google Shape;120;p73"/>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121" name="Google Shape;121;p73"/>
          <p:cNvSpPr/>
          <p:nvPr>
            <p:ph idx="2" type="pic"/>
          </p:nvPr>
        </p:nvSpPr>
        <p:spPr>
          <a:xfrm>
            <a:off x="4362864" y="0"/>
            <a:ext cx="4781136" cy="5143500"/>
          </a:xfrm>
          <a:prstGeom prst="rect">
            <a:avLst/>
          </a:prstGeom>
          <a:noFill/>
          <a:ln>
            <a:noFill/>
          </a:ln>
        </p:spPr>
      </p:sp>
      <p:sp>
        <p:nvSpPr>
          <p:cNvPr id="122" name="Google Shape;122;p73"/>
          <p:cNvSpPr/>
          <p:nvPr>
            <p:ph idx="3" type="dgm"/>
          </p:nvPr>
        </p:nvSpPr>
        <p:spPr>
          <a:xfrm>
            <a:off x="2144347" y="1322814"/>
            <a:ext cx="102332" cy="101605"/>
          </a:xfrm>
          <a:prstGeom prst="rect">
            <a:avLst/>
          </a:prstGeom>
          <a:solidFill>
            <a:schemeClr val="lt1"/>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123" name="Google Shape;123;p73"/>
          <p:cNvSpPr/>
          <p:nvPr>
            <p:ph idx="4" type="dgm"/>
          </p:nvPr>
        </p:nvSpPr>
        <p:spPr>
          <a:xfrm>
            <a:off x="2144347" y="3877313"/>
            <a:ext cx="102332" cy="101605"/>
          </a:xfrm>
          <a:prstGeom prst="rect">
            <a:avLst/>
          </a:prstGeom>
          <a:solidFill>
            <a:schemeClr val="lt1"/>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124" name="Google Shape;124;p73"/>
          <p:cNvSpPr txBox="1"/>
          <p:nvPr>
            <p:ph idx="1" type="body"/>
          </p:nvPr>
        </p:nvSpPr>
        <p:spPr>
          <a:xfrm>
            <a:off x="339360" y="2818617"/>
            <a:ext cx="3712306" cy="403469"/>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lt1"/>
              </a:buClr>
              <a:buSzPts val="2000"/>
              <a:buNone/>
              <a:defRPr b="0" i="1" sz="2000">
                <a:solidFill>
                  <a:schemeClr val="lt1"/>
                </a:solidFill>
                <a:latin typeface="Georgia"/>
                <a:ea typeface="Georgia"/>
                <a:cs typeface="Georgia"/>
                <a:sym typeface="Georgia"/>
              </a:defRPr>
            </a:lvl1pPr>
            <a:lvl2pPr indent="-228600" lvl="1" marL="914400" algn="ctr">
              <a:lnSpc>
                <a:spcPct val="100000"/>
              </a:lnSpc>
              <a:spcBef>
                <a:spcPts val="1000"/>
              </a:spcBef>
              <a:spcAft>
                <a:spcPts val="0"/>
              </a:spcAft>
              <a:buSzPts val="2000"/>
              <a:buFont typeface="Arial"/>
              <a:buNone/>
              <a:defRPr b="0" i="1" sz="2000">
                <a:solidFill>
                  <a:schemeClr val="accent2"/>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5" name="Google Shape;125;p73"/>
          <p:cNvSpPr txBox="1"/>
          <p:nvPr>
            <p:ph idx="5" type="body"/>
          </p:nvPr>
        </p:nvSpPr>
        <p:spPr>
          <a:xfrm>
            <a:off x="339360" y="3240373"/>
            <a:ext cx="3712306" cy="577995"/>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lt1"/>
              </a:buClr>
              <a:buSzPts val="1400"/>
              <a:buNone/>
              <a:defRPr b="0" i="0" sz="1400">
                <a:solidFill>
                  <a:schemeClr val="lt1"/>
                </a:solidFill>
                <a:latin typeface="Verdana"/>
                <a:ea typeface="Verdana"/>
                <a:cs typeface="Verdana"/>
                <a:sym typeface="Verdana"/>
              </a:defRPr>
            </a:lvl1pPr>
            <a:lvl2pPr indent="-304800" lvl="1" marL="914400" algn="l">
              <a:lnSpc>
                <a:spcPct val="100000"/>
              </a:lnSpc>
              <a:spcBef>
                <a:spcPts val="1000"/>
              </a:spcBef>
              <a:spcAft>
                <a:spcPts val="0"/>
              </a:spcAft>
              <a:buSzPts val="1200"/>
              <a:buChar char="•"/>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6" name="Google Shape;126;p73"/>
          <p:cNvSpPr txBox="1"/>
          <p:nvPr>
            <p:ph idx="10" type="dt"/>
          </p:nvPr>
        </p:nvSpPr>
        <p:spPr>
          <a:xfrm>
            <a:off x="1382021"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27" name="Google Shape;127;p73"/>
          <p:cNvCxnSpPr/>
          <p:nvPr/>
        </p:nvCxnSpPr>
        <p:spPr>
          <a:xfrm rot="10800000">
            <a:off x="9270962" y="160020"/>
            <a:ext cx="476243" cy="0"/>
          </a:xfrm>
          <a:prstGeom prst="straightConnector1">
            <a:avLst/>
          </a:prstGeom>
          <a:noFill/>
          <a:ln cap="flat" cmpd="sng" w="9525">
            <a:solidFill>
              <a:schemeClr val="accent1"/>
            </a:solidFill>
            <a:prstDash val="solid"/>
            <a:miter lim="800000"/>
            <a:headEnd len="sm" w="sm" type="none"/>
            <a:tailEnd len="med" w="med" type="triangle"/>
          </a:ln>
        </p:spPr>
      </p:cxnSp>
      <p:sp>
        <p:nvSpPr>
          <p:cNvPr id="128" name="Google Shape;128;p73"/>
          <p:cNvSpPr txBox="1"/>
          <p:nvPr/>
        </p:nvSpPr>
        <p:spPr>
          <a:xfrm>
            <a:off x="9992750"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129" name="Google Shape;129;p73"/>
          <p:cNvPicPr preferRelativeResize="0"/>
          <p:nvPr/>
        </p:nvPicPr>
        <p:blipFill rotWithShape="1">
          <a:blip r:embed="rId2">
            <a:alphaModFix/>
          </a:blip>
          <a:srcRect b="0" l="0" r="0" t="0"/>
          <a:stretch/>
        </p:blipFill>
        <p:spPr>
          <a:xfrm>
            <a:off x="10260204" y="2514968"/>
            <a:ext cx="307086" cy="622046"/>
          </a:xfrm>
          <a:prstGeom prst="rect">
            <a:avLst/>
          </a:prstGeom>
          <a:noFill/>
          <a:ln>
            <a:noFill/>
          </a:ln>
        </p:spPr>
      </p:pic>
      <p:cxnSp>
        <p:nvCxnSpPr>
          <p:cNvPr id="130" name="Google Shape;130;p73"/>
          <p:cNvCxnSpPr/>
          <p:nvPr/>
        </p:nvCxnSpPr>
        <p:spPr>
          <a:xfrm rot="10800000">
            <a:off x="2243440" y="5236845"/>
            <a:ext cx="0" cy="325344"/>
          </a:xfrm>
          <a:prstGeom prst="straightConnector1">
            <a:avLst/>
          </a:prstGeom>
          <a:noFill/>
          <a:ln cap="flat" cmpd="sng" w="9525">
            <a:solidFill>
              <a:schemeClr val="accent1"/>
            </a:solidFill>
            <a:prstDash val="solid"/>
            <a:miter lim="800000"/>
            <a:headEnd len="sm" w="sm" type="none"/>
            <a:tailEnd len="med" w="med" type="triangle"/>
          </a:ln>
        </p:spPr>
      </p:cxnSp>
      <p:sp>
        <p:nvSpPr>
          <p:cNvPr id="131" name="Google Shape;131;p73"/>
          <p:cNvSpPr txBox="1"/>
          <p:nvPr/>
        </p:nvSpPr>
        <p:spPr>
          <a:xfrm>
            <a:off x="2390568" y="5618210"/>
            <a:ext cx="5802084" cy="769441"/>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change date format:</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Go to the “Insert” tab in the top ribbon</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“Header &amp; Footer”</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Choose the desired date format from the dropdown and save your changes</a:t>
            </a:r>
            <a:endParaRPr/>
          </a:p>
        </p:txBody>
      </p:sp>
      <p:pic>
        <p:nvPicPr>
          <p:cNvPr descr="A picture containing text, design&#10;&#10;Description automatically generated" id="132" name="Google Shape;132;p73"/>
          <p:cNvPicPr preferRelativeResize="0"/>
          <p:nvPr/>
        </p:nvPicPr>
        <p:blipFill rotWithShape="1">
          <a:blip r:embed="rId3">
            <a:alphaModFix/>
          </a:blip>
          <a:srcRect b="0" l="0" r="0" t="0"/>
          <a:stretch/>
        </p:blipFill>
        <p:spPr>
          <a:xfrm>
            <a:off x="8316503" y="5631571"/>
            <a:ext cx="522697" cy="733227"/>
          </a:xfrm>
          <a:prstGeom prst="rect">
            <a:avLst/>
          </a:prstGeom>
          <a:noFill/>
          <a:ln>
            <a:noFill/>
          </a:ln>
        </p:spPr>
      </p:pic>
      <p:sp>
        <p:nvSpPr>
          <p:cNvPr id="133" name="Google Shape;133;p73"/>
          <p:cNvSpPr txBox="1"/>
          <p:nvPr>
            <p:ph idx="11" type="ftr"/>
          </p:nvPr>
        </p:nvSpPr>
        <p:spPr>
          <a:xfrm>
            <a:off x="1671799" y="65425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73"/>
          <p:cNvSpPr txBox="1"/>
          <p:nvPr>
            <p:ph idx="12" type="sldNum"/>
          </p:nvPr>
        </p:nvSpPr>
        <p:spPr>
          <a:xfrm>
            <a:off x="8336226" y="65425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73"/>
          <p:cNvSpPr txBox="1"/>
          <p:nvPr>
            <p:ph type="title"/>
          </p:nvPr>
        </p:nvSpPr>
        <p:spPr>
          <a:xfrm>
            <a:off x="331200" y="1483365"/>
            <a:ext cx="3712306" cy="1180404"/>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lt1"/>
              </a:buClr>
              <a:buSzPts val="3000"/>
              <a:buFont typeface="Verdana"/>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with Visual">
  <p:cSld name="Table of Contents with Visual">
    <p:bg>
      <p:bgPr>
        <a:solidFill>
          <a:schemeClr val="lt1"/>
        </a:solidFill>
      </p:bgPr>
    </p:bg>
    <p:spTree>
      <p:nvGrpSpPr>
        <p:cNvPr id="136" name="Shape 136"/>
        <p:cNvGrpSpPr/>
        <p:nvPr/>
      </p:nvGrpSpPr>
      <p:grpSpPr>
        <a:xfrm>
          <a:off x="0" y="0"/>
          <a:ext cx="0" cy="0"/>
          <a:chOff x="0" y="0"/>
          <a:chExt cx="0" cy="0"/>
        </a:xfrm>
      </p:grpSpPr>
      <p:sp>
        <p:nvSpPr>
          <p:cNvPr id="137" name="Google Shape;137;p74"/>
          <p:cNvSpPr txBox="1"/>
          <p:nvPr>
            <p:ph type="title"/>
          </p:nvPr>
        </p:nvSpPr>
        <p:spPr>
          <a:xfrm>
            <a:off x="331200" y="289130"/>
            <a:ext cx="3548792"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74"/>
          <p:cNvSpPr txBox="1"/>
          <p:nvPr>
            <p:ph idx="1" type="body"/>
          </p:nvPr>
        </p:nvSpPr>
        <p:spPr>
          <a:xfrm>
            <a:off x="331523" y="1470113"/>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9" name="Google Shape;139;p74"/>
          <p:cNvSpPr txBox="1"/>
          <p:nvPr>
            <p:ph idx="2" type="body"/>
          </p:nvPr>
        </p:nvSpPr>
        <p:spPr>
          <a:xfrm>
            <a:off x="892771" y="1468492"/>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0" name="Google Shape;140;p74"/>
          <p:cNvSpPr txBox="1"/>
          <p:nvPr>
            <p:ph idx="3" type="body"/>
          </p:nvPr>
        </p:nvSpPr>
        <p:spPr>
          <a:xfrm>
            <a:off x="893659" y="1733550"/>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1"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1"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1" name="Google Shape;141;p74"/>
          <p:cNvSpPr txBox="1"/>
          <p:nvPr>
            <p:ph idx="4" type="body"/>
          </p:nvPr>
        </p:nvSpPr>
        <p:spPr>
          <a:xfrm>
            <a:off x="331523" y="2064574"/>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2" name="Google Shape;142;p74"/>
          <p:cNvSpPr txBox="1"/>
          <p:nvPr>
            <p:ph idx="5" type="body"/>
          </p:nvPr>
        </p:nvSpPr>
        <p:spPr>
          <a:xfrm>
            <a:off x="892771" y="2062953"/>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3" name="Google Shape;143;p74"/>
          <p:cNvSpPr txBox="1"/>
          <p:nvPr>
            <p:ph idx="6" type="body"/>
          </p:nvPr>
        </p:nvSpPr>
        <p:spPr>
          <a:xfrm>
            <a:off x="893659" y="2328011"/>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1"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1"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4" name="Google Shape;144;p74"/>
          <p:cNvSpPr txBox="1"/>
          <p:nvPr>
            <p:ph idx="7" type="body"/>
          </p:nvPr>
        </p:nvSpPr>
        <p:spPr>
          <a:xfrm>
            <a:off x="331523" y="2659035"/>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74"/>
          <p:cNvSpPr txBox="1"/>
          <p:nvPr>
            <p:ph idx="8" type="body"/>
          </p:nvPr>
        </p:nvSpPr>
        <p:spPr>
          <a:xfrm>
            <a:off x="892771" y="2657414"/>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6" name="Google Shape;146;p74"/>
          <p:cNvSpPr txBox="1"/>
          <p:nvPr>
            <p:ph idx="9" type="body"/>
          </p:nvPr>
        </p:nvSpPr>
        <p:spPr>
          <a:xfrm>
            <a:off x="893659" y="2922472"/>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1"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1"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7" name="Google Shape;147;p74"/>
          <p:cNvSpPr txBox="1"/>
          <p:nvPr>
            <p:ph idx="13" type="body"/>
          </p:nvPr>
        </p:nvSpPr>
        <p:spPr>
          <a:xfrm>
            <a:off x="331523" y="3254827"/>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8" name="Google Shape;148;p74"/>
          <p:cNvSpPr txBox="1"/>
          <p:nvPr>
            <p:ph idx="14" type="body"/>
          </p:nvPr>
        </p:nvSpPr>
        <p:spPr>
          <a:xfrm>
            <a:off x="892771" y="3253206"/>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9" name="Google Shape;149;p74"/>
          <p:cNvSpPr txBox="1"/>
          <p:nvPr>
            <p:ph idx="15" type="body"/>
          </p:nvPr>
        </p:nvSpPr>
        <p:spPr>
          <a:xfrm>
            <a:off x="893659" y="3518264"/>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1"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1"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0" name="Google Shape;150;p74"/>
          <p:cNvSpPr txBox="1"/>
          <p:nvPr>
            <p:ph idx="16" type="body"/>
          </p:nvPr>
        </p:nvSpPr>
        <p:spPr>
          <a:xfrm>
            <a:off x="331523" y="3848578"/>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74"/>
          <p:cNvSpPr txBox="1"/>
          <p:nvPr>
            <p:ph idx="17" type="body"/>
          </p:nvPr>
        </p:nvSpPr>
        <p:spPr>
          <a:xfrm>
            <a:off x="892771" y="3846957"/>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2" name="Google Shape;152;p74"/>
          <p:cNvSpPr txBox="1"/>
          <p:nvPr>
            <p:ph idx="18" type="body"/>
          </p:nvPr>
        </p:nvSpPr>
        <p:spPr>
          <a:xfrm>
            <a:off x="893659" y="4112015"/>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1"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1"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3" name="Google Shape;153;p74"/>
          <p:cNvSpPr/>
          <p:nvPr>
            <p:ph idx="19" type="pic"/>
          </p:nvPr>
        </p:nvSpPr>
        <p:spPr>
          <a:xfrm>
            <a:off x="4052777" y="532799"/>
            <a:ext cx="4756746" cy="4132943"/>
          </a:xfrm>
          <a:prstGeom prst="rect">
            <a:avLst/>
          </a:prstGeom>
          <a:noFill/>
          <a:ln>
            <a:noFill/>
          </a:ln>
        </p:spPr>
      </p:sp>
      <p:sp>
        <p:nvSpPr>
          <p:cNvPr id="154" name="Google Shape;154;p74"/>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4"/>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74"/>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57" name="Google Shape;157;p74"/>
          <p:cNvCxnSpPr/>
          <p:nvPr/>
        </p:nvCxnSpPr>
        <p:spPr>
          <a:xfrm rot="10800000">
            <a:off x="9179892" y="815209"/>
            <a:ext cx="604188" cy="0"/>
          </a:xfrm>
          <a:prstGeom prst="straightConnector1">
            <a:avLst/>
          </a:prstGeom>
          <a:noFill/>
          <a:ln cap="flat" cmpd="sng" w="9525">
            <a:solidFill>
              <a:schemeClr val="accent1"/>
            </a:solidFill>
            <a:prstDash val="solid"/>
            <a:miter lim="800000"/>
            <a:headEnd len="sm" w="sm" type="none"/>
            <a:tailEnd len="med" w="med" type="triangle"/>
          </a:ln>
        </p:spPr>
      </p:cxnSp>
      <p:sp>
        <p:nvSpPr>
          <p:cNvPr id="158" name="Google Shape;158;p74"/>
          <p:cNvSpPr txBox="1"/>
          <p:nvPr/>
        </p:nvSpPr>
        <p:spPr>
          <a:xfrm>
            <a:off x="9842871" y="679025"/>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cxnSp>
        <p:nvCxnSpPr>
          <p:cNvPr id="159" name="Google Shape;159;p74"/>
          <p:cNvCxnSpPr/>
          <p:nvPr/>
        </p:nvCxnSpPr>
        <p:spPr>
          <a:xfrm rot="10800000">
            <a:off x="3912767" y="5181600"/>
            <a:ext cx="0" cy="307188"/>
          </a:xfrm>
          <a:prstGeom prst="straightConnector1">
            <a:avLst/>
          </a:prstGeom>
          <a:noFill/>
          <a:ln cap="flat" cmpd="sng" w="9525">
            <a:solidFill>
              <a:schemeClr val="accent1"/>
            </a:solidFill>
            <a:prstDash val="solid"/>
            <a:miter lim="800000"/>
            <a:headEnd len="sm" w="sm" type="none"/>
            <a:tailEnd len="med" w="med" type="triangle"/>
          </a:ln>
        </p:spPr>
      </p:cxnSp>
      <p:sp>
        <p:nvSpPr>
          <p:cNvPr id="160" name="Google Shape;160;p74"/>
          <p:cNvSpPr txBox="1"/>
          <p:nvPr/>
        </p:nvSpPr>
        <p:spPr>
          <a:xfrm>
            <a:off x="-32541" y="5633568"/>
            <a:ext cx="5842075" cy="1107996"/>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insert all footers:</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“Insert” from the top ribbon</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Then click on “Header &amp; footer”</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the footer text in field below “Footer”, as shown in the screenshot</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“Apply to all”.</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The footer on all slides will be updated</a:t>
            </a:r>
            <a:endParaRPr/>
          </a:p>
        </p:txBody>
      </p:sp>
      <p:pic>
        <p:nvPicPr>
          <p:cNvPr id="161" name="Google Shape;161;p74"/>
          <p:cNvPicPr preferRelativeResize="0"/>
          <p:nvPr/>
        </p:nvPicPr>
        <p:blipFill rotWithShape="1">
          <a:blip r:embed="rId2">
            <a:alphaModFix/>
          </a:blip>
          <a:srcRect b="0" l="0" r="0" t="0"/>
          <a:stretch/>
        </p:blipFill>
        <p:spPr>
          <a:xfrm>
            <a:off x="5956179" y="5633568"/>
            <a:ext cx="563149" cy="878854"/>
          </a:xfrm>
          <a:prstGeom prst="rect">
            <a:avLst/>
          </a:prstGeom>
          <a:noFill/>
          <a:ln>
            <a:noFill/>
          </a:ln>
        </p:spPr>
      </p:pic>
      <p:pic>
        <p:nvPicPr>
          <p:cNvPr id="162" name="Google Shape;162;p74"/>
          <p:cNvPicPr preferRelativeResize="0"/>
          <p:nvPr/>
        </p:nvPicPr>
        <p:blipFill rotWithShape="1">
          <a:blip r:embed="rId3">
            <a:alphaModFix/>
          </a:blip>
          <a:srcRect b="25030" l="4378" r="23225" t="63776"/>
          <a:stretch/>
        </p:blipFill>
        <p:spPr>
          <a:xfrm>
            <a:off x="5956179" y="6596487"/>
            <a:ext cx="4912937" cy="529390"/>
          </a:xfrm>
          <a:prstGeom prst="rect">
            <a:avLst/>
          </a:prstGeom>
          <a:noFill/>
          <a:ln>
            <a:noFill/>
          </a:ln>
        </p:spPr>
      </p:pic>
      <p:pic>
        <p:nvPicPr>
          <p:cNvPr id="163" name="Google Shape;163;p74"/>
          <p:cNvPicPr preferRelativeResize="0"/>
          <p:nvPr/>
        </p:nvPicPr>
        <p:blipFill rotWithShape="1">
          <a:blip r:embed="rId4">
            <a:alphaModFix/>
          </a:blip>
          <a:srcRect b="0" l="0" r="0" t="0"/>
          <a:stretch/>
        </p:blipFill>
        <p:spPr>
          <a:xfrm>
            <a:off x="10110325" y="3140983"/>
            <a:ext cx="307086" cy="62204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Large">
  <p:cSld name="Table of Contents Large">
    <p:bg>
      <p:bgPr>
        <a:solidFill>
          <a:schemeClr val="lt1"/>
        </a:solidFill>
      </p:bgPr>
    </p:bg>
    <p:spTree>
      <p:nvGrpSpPr>
        <p:cNvPr id="164" name="Shape 164"/>
        <p:cNvGrpSpPr/>
        <p:nvPr/>
      </p:nvGrpSpPr>
      <p:grpSpPr>
        <a:xfrm>
          <a:off x="0" y="0"/>
          <a:ext cx="0" cy="0"/>
          <a:chOff x="0" y="0"/>
          <a:chExt cx="0" cy="0"/>
        </a:xfrm>
      </p:grpSpPr>
      <p:sp>
        <p:nvSpPr>
          <p:cNvPr id="165" name="Google Shape;165;p75"/>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75"/>
          <p:cNvSpPr txBox="1"/>
          <p:nvPr>
            <p:ph idx="1" type="body"/>
          </p:nvPr>
        </p:nvSpPr>
        <p:spPr>
          <a:xfrm>
            <a:off x="857303" y="1470113"/>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7" name="Google Shape;167;p75"/>
          <p:cNvSpPr txBox="1"/>
          <p:nvPr>
            <p:ph idx="2" type="body"/>
          </p:nvPr>
        </p:nvSpPr>
        <p:spPr>
          <a:xfrm>
            <a:off x="1418551" y="1468492"/>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8" name="Google Shape;168;p75"/>
          <p:cNvSpPr txBox="1"/>
          <p:nvPr>
            <p:ph idx="3" type="body"/>
          </p:nvPr>
        </p:nvSpPr>
        <p:spPr>
          <a:xfrm>
            <a:off x="1419439" y="1733550"/>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9" name="Google Shape;169;p75"/>
          <p:cNvSpPr txBox="1"/>
          <p:nvPr>
            <p:ph idx="4" type="body"/>
          </p:nvPr>
        </p:nvSpPr>
        <p:spPr>
          <a:xfrm>
            <a:off x="857303" y="2064661"/>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0" name="Google Shape;170;p75"/>
          <p:cNvSpPr txBox="1"/>
          <p:nvPr>
            <p:ph idx="5" type="body"/>
          </p:nvPr>
        </p:nvSpPr>
        <p:spPr>
          <a:xfrm>
            <a:off x="1418551" y="2063040"/>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1" name="Google Shape;171;p75"/>
          <p:cNvSpPr txBox="1"/>
          <p:nvPr>
            <p:ph idx="6" type="body"/>
          </p:nvPr>
        </p:nvSpPr>
        <p:spPr>
          <a:xfrm>
            <a:off x="1419439" y="2328098"/>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2" name="Google Shape;172;p75"/>
          <p:cNvSpPr txBox="1"/>
          <p:nvPr>
            <p:ph idx="7" type="body"/>
          </p:nvPr>
        </p:nvSpPr>
        <p:spPr>
          <a:xfrm>
            <a:off x="857303" y="2659209"/>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3" name="Google Shape;173;p75"/>
          <p:cNvSpPr txBox="1"/>
          <p:nvPr>
            <p:ph idx="8" type="body"/>
          </p:nvPr>
        </p:nvSpPr>
        <p:spPr>
          <a:xfrm>
            <a:off x="1418551" y="2657588"/>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4" name="Google Shape;174;p75"/>
          <p:cNvSpPr txBox="1"/>
          <p:nvPr>
            <p:ph idx="9" type="body"/>
          </p:nvPr>
        </p:nvSpPr>
        <p:spPr>
          <a:xfrm>
            <a:off x="1419439" y="2922646"/>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5" name="Google Shape;175;p75"/>
          <p:cNvSpPr txBox="1"/>
          <p:nvPr>
            <p:ph idx="13" type="body"/>
          </p:nvPr>
        </p:nvSpPr>
        <p:spPr>
          <a:xfrm>
            <a:off x="857303" y="3253757"/>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6" name="Google Shape;176;p75"/>
          <p:cNvSpPr txBox="1"/>
          <p:nvPr>
            <p:ph idx="14" type="body"/>
          </p:nvPr>
        </p:nvSpPr>
        <p:spPr>
          <a:xfrm>
            <a:off x="1418551" y="3252136"/>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7" name="Google Shape;177;p75"/>
          <p:cNvSpPr txBox="1"/>
          <p:nvPr>
            <p:ph idx="15" type="body"/>
          </p:nvPr>
        </p:nvSpPr>
        <p:spPr>
          <a:xfrm>
            <a:off x="1419439" y="3517194"/>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8" name="Google Shape;178;p75"/>
          <p:cNvSpPr txBox="1"/>
          <p:nvPr>
            <p:ph idx="16" type="body"/>
          </p:nvPr>
        </p:nvSpPr>
        <p:spPr>
          <a:xfrm>
            <a:off x="857303" y="3848304"/>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9" name="Google Shape;179;p75"/>
          <p:cNvSpPr txBox="1"/>
          <p:nvPr>
            <p:ph idx="17" type="body"/>
          </p:nvPr>
        </p:nvSpPr>
        <p:spPr>
          <a:xfrm>
            <a:off x="1418551" y="3846683"/>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0" name="Google Shape;180;p75"/>
          <p:cNvSpPr txBox="1"/>
          <p:nvPr>
            <p:ph idx="18" type="body"/>
          </p:nvPr>
        </p:nvSpPr>
        <p:spPr>
          <a:xfrm>
            <a:off x="1419439" y="4111741"/>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1" name="Google Shape;181;p75"/>
          <p:cNvSpPr txBox="1"/>
          <p:nvPr>
            <p:ph idx="19" type="body"/>
          </p:nvPr>
        </p:nvSpPr>
        <p:spPr>
          <a:xfrm>
            <a:off x="4970112" y="1470113"/>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2" name="Google Shape;182;p75"/>
          <p:cNvSpPr txBox="1"/>
          <p:nvPr>
            <p:ph idx="20" type="body"/>
          </p:nvPr>
        </p:nvSpPr>
        <p:spPr>
          <a:xfrm>
            <a:off x="5531360" y="1468492"/>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3" name="Google Shape;183;p75"/>
          <p:cNvSpPr txBox="1"/>
          <p:nvPr>
            <p:ph idx="21" type="body"/>
          </p:nvPr>
        </p:nvSpPr>
        <p:spPr>
          <a:xfrm>
            <a:off x="5532248" y="1733550"/>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4" name="Google Shape;184;p75"/>
          <p:cNvSpPr txBox="1"/>
          <p:nvPr>
            <p:ph idx="22" type="body"/>
          </p:nvPr>
        </p:nvSpPr>
        <p:spPr>
          <a:xfrm>
            <a:off x="4970112" y="2064661"/>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5" name="Google Shape;185;p75"/>
          <p:cNvSpPr txBox="1"/>
          <p:nvPr>
            <p:ph idx="23" type="body"/>
          </p:nvPr>
        </p:nvSpPr>
        <p:spPr>
          <a:xfrm>
            <a:off x="5531360" y="2063040"/>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6" name="Google Shape;186;p75"/>
          <p:cNvSpPr txBox="1"/>
          <p:nvPr>
            <p:ph idx="24" type="body"/>
          </p:nvPr>
        </p:nvSpPr>
        <p:spPr>
          <a:xfrm>
            <a:off x="5532248" y="2328098"/>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7" name="Google Shape;187;p75"/>
          <p:cNvSpPr txBox="1"/>
          <p:nvPr>
            <p:ph idx="25" type="body"/>
          </p:nvPr>
        </p:nvSpPr>
        <p:spPr>
          <a:xfrm>
            <a:off x="4970112" y="2659209"/>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8" name="Google Shape;188;p75"/>
          <p:cNvSpPr txBox="1"/>
          <p:nvPr>
            <p:ph idx="26" type="body"/>
          </p:nvPr>
        </p:nvSpPr>
        <p:spPr>
          <a:xfrm>
            <a:off x="5531360" y="2657588"/>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9" name="Google Shape;189;p75"/>
          <p:cNvSpPr txBox="1"/>
          <p:nvPr>
            <p:ph idx="27" type="body"/>
          </p:nvPr>
        </p:nvSpPr>
        <p:spPr>
          <a:xfrm>
            <a:off x="5532248" y="2922646"/>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75"/>
          <p:cNvSpPr txBox="1"/>
          <p:nvPr>
            <p:ph idx="28" type="body"/>
          </p:nvPr>
        </p:nvSpPr>
        <p:spPr>
          <a:xfrm>
            <a:off x="4970112" y="3253757"/>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1" name="Google Shape;191;p75"/>
          <p:cNvSpPr txBox="1"/>
          <p:nvPr>
            <p:ph idx="29" type="body"/>
          </p:nvPr>
        </p:nvSpPr>
        <p:spPr>
          <a:xfrm>
            <a:off x="5531360" y="3252136"/>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2" name="Google Shape;192;p75"/>
          <p:cNvSpPr txBox="1"/>
          <p:nvPr>
            <p:ph idx="30" type="body"/>
          </p:nvPr>
        </p:nvSpPr>
        <p:spPr>
          <a:xfrm>
            <a:off x="5532248" y="3517194"/>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3" name="Google Shape;193;p75"/>
          <p:cNvSpPr txBox="1"/>
          <p:nvPr>
            <p:ph idx="31" type="body"/>
          </p:nvPr>
        </p:nvSpPr>
        <p:spPr>
          <a:xfrm>
            <a:off x="4970112" y="3848304"/>
            <a:ext cx="388464" cy="42248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a:solidFill>
                  <a:schemeClr val="dk1"/>
                </a:solidFill>
                <a:latin typeface="Verdana"/>
                <a:ea typeface="Verdana"/>
                <a:cs typeface="Verdana"/>
                <a:sym typeface="Verdana"/>
              </a:defRPr>
            </a:lvl1pPr>
            <a:lvl2pPr indent="-273050" lvl="1" marL="914400" algn="l">
              <a:lnSpc>
                <a:spcPct val="90000"/>
              </a:lnSpc>
              <a:spcBef>
                <a:spcPts val="300"/>
              </a:spcBef>
              <a:spcAft>
                <a:spcPts val="0"/>
              </a:spcAft>
              <a:buSzPts val="700"/>
              <a:buChar char="•"/>
              <a:defRPr b="0" i="0" sz="700" cap="none">
                <a:solidFill>
                  <a:schemeClr val="dk1"/>
                </a:solidFill>
                <a:latin typeface="Verdana"/>
                <a:ea typeface="Verdana"/>
                <a:cs typeface="Verdana"/>
                <a:sym typeface="Verdana"/>
              </a:defRPr>
            </a:lvl2pPr>
            <a:lvl3pPr indent="-336550" lvl="2" marL="1371600" algn="l">
              <a:lnSpc>
                <a:spcPct val="90000"/>
              </a:lnSpc>
              <a:spcBef>
                <a:spcPts val="600"/>
              </a:spcBef>
              <a:spcAft>
                <a:spcPts val="0"/>
              </a:spcAft>
              <a:buSzPts val="1700"/>
              <a:buChar char="•"/>
              <a:defRPr b="0" i="0" sz="1700">
                <a:solidFill>
                  <a:schemeClr val="accent2"/>
                </a:solidFill>
                <a:latin typeface="Verdana"/>
                <a:ea typeface="Verdana"/>
                <a:cs typeface="Verdana"/>
                <a:sym typeface="Verdana"/>
              </a:defRPr>
            </a:lvl3pPr>
            <a:lvl4pPr indent="-273050" lvl="3" marL="1828800" algn="l">
              <a:lnSpc>
                <a:spcPct val="90000"/>
              </a:lnSpc>
              <a:spcBef>
                <a:spcPts val="300"/>
              </a:spcBef>
              <a:spcAft>
                <a:spcPts val="0"/>
              </a:spcAft>
              <a:buSzPts val="700"/>
              <a:buChar char="•"/>
              <a:defRPr b="0" i="0" sz="7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4" name="Google Shape;194;p75"/>
          <p:cNvSpPr txBox="1"/>
          <p:nvPr>
            <p:ph idx="32" type="body"/>
          </p:nvPr>
        </p:nvSpPr>
        <p:spPr>
          <a:xfrm>
            <a:off x="5531360" y="3846683"/>
            <a:ext cx="2987221" cy="242482"/>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000"/>
              <a:buNone/>
              <a:defRPr b="0" i="0" sz="20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2000"/>
              <a:buFont typeface="Arial"/>
              <a:buNone/>
              <a:defRPr b="0" i="0" sz="2000" cap="none">
                <a:solidFill>
                  <a:schemeClr val="accent2"/>
                </a:solidFill>
                <a:latin typeface="Verdana"/>
                <a:ea typeface="Verdana"/>
                <a:cs typeface="Verdana"/>
                <a:sym typeface="Verdana"/>
              </a:defRPr>
            </a:lvl2pPr>
            <a:lvl3pPr indent="-330200" lvl="2" marL="1371600" algn="l">
              <a:lnSpc>
                <a:spcPct val="90000"/>
              </a:lnSpc>
              <a:spcBef>
                <a:spcPts val="600"/>
              </a:spcBef>
              <a:spcAft>
                <a:spcPts val="0"/>
              </a:spcAft>
              <a:buSzPts val="1600"/>
              <a:buChar char="•"/>
              <a:defRPr b="0" i="0" sz="1600" cap="none">
                <a:solidFill>
                  <a:schemeClr val="dk1"/>
                </a:solidFill>
                <a:latin typeface="Verdana"/>
                <a:ea typeface="Verdana"/>
                <a:cs typeface="Verdana"/>
                <a:sym typeface="Verdana"/>
              </a:defRPr>
            </a:lvl3pPr>
            <a:lvl4pPr indent="-330200" lvl="3" marL="1828800" algn="l">
              <a:lnSpc>
                <a:spcPct val="90000"/>
              </a:lnSpc>
              <a:spcBef>
                <a:spcPts val="300"/>
              </a:spcBef>
              <a:spcAft>
                <a:spcPts val="0"/>
              </a:spcAft>
              <a:buSzPts val="1600"/>
              <a:buChar char="•"/>
              <a:defRPr b="0" i="0" sz="16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5" name="Google Shape;195;p75"/>
          <p:cNvSpPr txBox="1"/>
          <p:nvPr>
            <p:ph idx="33" type="body"/>
          </p:nvPr>
        </p:nvSpPr>
        <p:spPr>
          <a:xfrm>
            <a:off x="5532248" y="4111741"/>
            <a:ext cx="2987221" cy="154434"/>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90000"/>
              </a:lnSpc>
              <a:spcBef>
                <a:spcPts val="300"/>
              </a:spcBef>
              <a:spcAft>
                <a:spcPts val="0"/>
              </a:spcAft>
              <a:buSzPts val="1400"/>
              <a:buFont typeface="Arial"/>
              <a:buNone/>
              <a:defRPr b="0" i="0" sz="1400" cap="none">
                <a:solidFill>
                  <a:schemeClr val="accent2"/>
                </a:solidFill>
                <a:latin typeface="Verdana"/>
                <a:ea typeface="Verdana"/>
                <a:cs typeface="Verdana"/>
                <a:sym typeface="Verdana"/>
              </a:defRPr>
            </a:lvl2pPr>
            <a:lvl3pPr indent="-279400" lvl="2" marL="1371600" algn="l">
              <a:lnSpc>
                <a:spcPct val="90000"/>
              </a:lnSpc>
              <a:spcBef>
                <a:spcPts val="600"/>
              </a:spcBef>
              <a:spcAft>
                <a:spcPts val="0"/>
              </a:spcAft>
              <a:buSzPts val="800"/>
              <a:buChar char="•"/>
              <a:defRPr b="0" i="0" sz="800" cap="none">
                <a:solidFill>
                  <a:schemeClr val="dk1"/>
                </a:solidFill>
                <a:latin typeface="Verdana"/>
                <a:ea typeface="Verdana"/>
                <a:cs typeface="Verdana"/>
                <a:sym typeface="Verdana"/>
              </a:defRPr>
            </a:lvl3pPr>
            <a:lvl4pPr indent="-279400" lvl="3" marL="1828800" algn="l">
              <a:lnSpc>
                <a:spcPct val="90000"/>
              </a:lnSpc>
              <a:spcBef>
                <a:spcPts val="300"/>
              </a:spcBef>
              <a:spcAft>
                <a:spcPts val="0"/>
              </a:spcAft>
              <a:buSzPts val="800"/>
              <a:buChar char="•"/>
              <a:defRPr b="0" i="0" sz="80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6" name="Google Shape;196;p75"/>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75"/>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75"/>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Light)" showMasterSp="0">
  <p:cSld name="Chapter (Light)">
    <p:spTree>
      <p:nvGrpSpPr>
        <p:cNvPr id="199" name="Shape 199"/>
        <p:cNvGrpSpPr/>
        <p:nvPr/>
      </p:nvGrpSpPr>
      <p:grpSpPr>
        <a:xfrm>
          <a:off x="0" y="0"/>
          <a:ext cx="0" cy="0"/>
          <a:chOff x="0" y="0"/>
          <a:chExt cx="0" cy="0"/>
        </a:xfrm>
      </p:grpSpPr>
      <p:sp>
        <p:nvSpPr>
          <p:cNvPr id="200" name="Google Shape;200;p76"/>
          <p:cNvSpPr txBox="1"/>
          <p:nvPr>
            <p:ph type="title"/>
          </p:nvPr>
        </p:nvSpPr>
        <p:spPr>
          <a:xfrm>
            <a:off x="2009317" y="2278105"/>
            <a:ext cx="4888011" cy="32004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Verdana"/>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1" name="Google Shape;201;p76"/>
          <p:cNvPicPr preferRelativeResize="0"/>
          <p:nvPr/>
        </p:nvPicPr>
        <p:blipFill rotWithShape="1">
          <a:blip r:embed="rId2">
            <a:alphaModFix/>
          </a:blip>
          <a:srcRect b="0" l="0" r="0" t="0"/>
          <a:stretch/>
        </p:blipFill>
        <p:spPr>
          <a:xfrm>
            <a:off x="7124222" y="3119437"/>
            <a:ext cx="953453" cy="942975"/>
          </a:xfrm>
          <a:prstGeom prst="rect">
            <a:avLst/>
          </a:prstGeom>
          <a:noFill/>
          <a:ln>
            <a:noFill/>
          </a:ln>
        </p:spPr>
      </p:pic>
      <p:sp>
        <p:nvSpPr>
          <p:cNvPr id="202" name="Google Shape;202;p76"/>
          <p:cNvSpPr txBox="1"/>
          <p:nvPr>
            <p:ph idx="1" type="body"/>
          </p:nvPr>
        </p:nvSpPr>
        <p:spPr>
          <a:xfrm>
            <a:off x="868680" y="2265747"/>
            <a:ext cx="838579" cy="332399"/>
          </a:xfrm>
          <a:prstGeom prst="rect">
            <a:avLst/>
          </a:prstGeom>
          <a:noFill/>
          <a:ln>
            <a:noFill/>
          </a:ln>
        </p:spPr>
        <p:txBody>
          <a:bodyPr anchorCtr="0" anchor="b" bIns="0" lIns="0" spcFirstLastPara="1" rIns="0" wrap="square" tIns="0">
            <a:noAutofit/>
          </a:bodyPr>
          <a:lstStyle>
            <a:lvl1pPr indent="-228600" lvl="0" marL="457200" algn="l">
              <a:lnSpc>
                <a:spcPct val="125000"/>
              </a:lnSpc>
              <a:spcBef>
                <a:spcPts val="0"/>
              </a:spcBef>
              <a:spcAft>
                <a:spcPts val="0"/>
              </a:spcAft>
              <a:buClr>
                <a:schemeClr val="dk1"/>
              </a:buClr>
              <a:buSzPts val="2400"/>
              <a:buNone/>
              <a:defRPr b="1" sz="2400">
                <a:solidFill>
                  <a:schemeClr val="dk1"/>
                </a:solidFill>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3" name="Google Shape;203;p76"/>
          <p:cNvSpPr txBox="1"/>
          <p:nvPr>
            <p:ph idx="2" type="body"/>
          </p:nvPr>
        </p:nvSpPr>
        <p:spPr>
          <a:xfrm>
            <a:off x="2009318" y="266561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accent2"/>
              </a:buClr>
              <a:buSzPts val="1400"/>
              <a:buNone/>
              <a:defRPr b="0" i="0" sz="1400" cap="none">
                <a:solidFill>
                  <a:schemeClr val="accent2"/>
                </a:solidFill>
                <a:latin typeface="Verdana"/>
                <a:ea typeface="Verdana"/>
                <a:cs typeface="Verdana"/>
                <a:sym typeface="Verdana"/>
              </a:defRPr>
            </a:lvl1pPr>
            <a:lvl2pPr indent="-228600" lvl="1" marL="914400" algn="l">
              <a:lnSpc>
                <a:spcPct val="90000"/>
              </a:lnSpc>
              <a:spcBef>
                <a:spcPts val="600"/>
              </a:spcBef>
              <a:spcAft>
                <a:spcPts val="0"/>
              </a:spcAft>
              <a:buSzPts val="1400"/>
              <a:buFont typeface="Arial"/>
              <a:buNone/>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4" name="Google Shape;204;p76"/>
          <p:cNvSpPr txBox="1"/>
          <p:nvPr>
            <p:ph idx="3" type="body"/>
          </p:nvPr>
        </p:nvSpPr>
        <p:spPr>
          <a:xfrm>
            <a:off x="2009318" y="298565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accent2"/>
              </a:buClr>
              <a:buSzPts val="1400"/>
              <a:buNone/>
              <a:defRPr b="0" i="1" sz="1400">
                <a:solidFill>
                  <a:schemeClr val="accen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5" name="Google Shape;205;p76"/>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6" name="Google Shape;206;p76"/>
          <p:cNvSpPr txBox="1"/>
          <p:nvPr>
            <p:ph idx="10" type="dt"/>
          </p:nvPr>
        </p:nvSpPr>
        <p:spPr>
          <a:xfrm>
            <a:off x="6548724" y="5424235"/>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76"/>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Light) Option 2" showMasterSp="0">
  <p:cSld name="Chapter (Light) Option 2">
    <p:bg>
      <p:bgPr>
        <a:solidFill>
          <a:schemeClr val="lt1"/>
        </a:solidFill>
      </p:bgPr>
    </p:bg>
    <p:spTree>
      <p:nvGrpSpPr>
        <p:cNvPr id="208" name="Shape 208"/>
        <p:cNvGrpSpPr/>
        <p:nvPr/>
      </p:nvGrpSpPr>
      <p:grpSpPr>
        <a:xfrm>
          <a:off x="0" y="0"/>
          <a:ext cx="0" cy="0"/>
          <a:chOff x="0" y="0"/>
          <a:chExt cx="0" cy="0"/>
        </a:xfrm>
      </p:grpSpPr>
      <p:sp>
        <p:nvSpPr>
          <p:cNvPr id="209" name="Google Shape;209;p77"/>
          <p:cNvSpPr txBox="1"/>
          <p:nvPr>
            <p:ph idx="1" type="body"/>
          </p:nvPr>
        </p:nvSpPr>
        <p:spPr>
          <a:xfrm>
            <a:off x="868680" y="2265747"/>
            <a:ext cx="838579" cy="332399"/>
          </a:xfrm>
          <a:prstGeom prst="rect">
            <a:avLst/>
          </a:prstGeom>
          <a:noFill/>
          <a:ln>
            <a:noFill/>
          </a:ln>
        </p:spPr>
        <p:txBody>
          <a:bodyPr anchorCtr="0" anchor="t" bIns="0" lIns="0" spcFirstLastPara="1" rIns="0" wrap="square" tIns="0">
            <a:noAutofit/>
          </a:bodyPr>
          <a:lstStyle>
            <a:lvl1pPr indent="-228600" lvl="0" marL="457200" algn="r">
              <a:lnSpc>
                <a:spcPct val="125000"/>
              </a:lnSpc>
              <a:spcBef>
                <a:spcPts val="0"/>
              </a:spcBef>
              <a:spcAft>
                <a:spcPts val="0"/>
              </a:spcAft>
              <a:buClr>
                <a:schemeClr val="dk1"/>
              </a:buClr>
              <a:buSzPts val="2400"/>
              <a:buNone/>
              <a:defRPr b="1" sz="2400">
                <a:solidFill>
                  <a:schemeClr val="dk1"/>
                </a:solidFill>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0" name="Google Shape;210;p77"/>
          <p:cNvSpPr txBox="1"/>
          <p:nvPr>
            <p:ph type="title"/>
          </p:nvPr>
        </p:nvSpPr>
        <p:spPr>
          <a:xfrm>
            <a:off x="2009317" y="2278105"/>
            <a:ext cx="4888011" cy="32004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Verdana"/>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 name="Google Shape;211;p77"/>
          <p:cNvSpPr txBox="1"/>
          <p:nvPr>
            <p:ph idx="2" type="body"/>
          </p:nvPr>
        </p:nvSpPr>
        <p:spPr>
          <a:xfrm>
            <a:off x="2009318" y="298565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accent2"/>
              </a:buClr>
              <a:buSzPts val="1400"/>
              <a:buNone/>
              <a:defRPr b="0" i="1" sz="1400">
                <a:solidFill>
                  <a:schemeClr val="accen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2" name="Google Shape;212;p77"/>
          <p:cNvSpPr txBox="1"/>
          <p:nvPr>
            <p:ph idx="3" type="body"/>
          </p:nvPr>
        </p:nvSpPr>
        <p:spPr>
          <a:xfrm>
            <a:off x="2009318" y="266561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accent2"/>
              </a:buClr>
              <a:buSzPts val="1400"/>
              <a:buNone/>
              <a:defRPr b="0" i="0" sz="1400" cap="none">
                <a:solidFill>
                  <a:schemeClr val="accen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213" name="Google Shape;213;p77"/>
          <p:cNvPicPr preferRelativeResize="0"/>
          <p:nvPr/>
        </p:nvPicPr>
        <p:blipFill rotWithShape="1">
          <a:blip r:embed="rId2">
            <a:alphaModFix/>
          </a:blip>
          <a:srcRect b="0" l="0" r="0" t="0"/>
          <a:stretch/>
        </p:blipFill>
        <p:spPr>
          <a:xfrm>
            <a:off x="4662009" y="723299"/>
            <a:ext cx="953453" cy="942975"/>
          </a:xfrm>
          <a:prstGeom prst="rect">
            <a:avLst/>
          </a:prstGeom>
          <a:noFill/>
          <a:ln>
            <a:noFill/>
          </a:ln>
        </p:spPr>
      </p:pic>
      <p:sp>
        <p:nvSpPr>
          <p:cNvPr id="214" name="Google Shape;214;p77"/>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5" name="Google Shape;215;p77"/>
          <p:cNvSpPr txBox="1"/>
          <p:nvPr>
            <p:ph idx="10" type="dt"/>
          </p:nvPr>
        </p:nvSpPr>
        <p:spPr>
          <a:xfrm>
            <a:off x="6548724" y="5424235"/>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77"/>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Light) Option 3" showMasterSp="0">
  <p:cSld name="Chapter (Light) Option 3">
    <p:bg>
      <p:bgPr>
        <a:solidFill>
          <a:schemeClr val="lt1"/>
        </a:solidFill>
      </p:bgPr>
    </p:bg>
    <p:spTree>
      <p:nvGrpSpPr>
        <p:cNvPr id="217" name="Shape 217"/>
        <p:cNvGrpSpPr/>
        <p:nvPr/>
      </p:nvGrpSpPr>
      <p:grpSpPr>
        <a:xfrm>
          <a:off x="0" y="0"/>
          <a:ext cx="0" cy="0"/>
          <a:chOff x="0" y="0"/>
          <a:chExt cx="0" cy="0"/>
        </a:xfrm>
      </p:grpSpPr>
      <p:sp>
        <p:nvSpPr>
          <p:cNvPr id="218" name="Google Shape;218;p78"/>
          <p:cNvSpPr txBox="1"/>
          <p:nvPr>
            <p:ph idx="1" type="body"/>
          </p:nvPr>
        </p:nvSpPr>
        <p:spPr>
          <a:xfrm>
            <a:off x="868680" y="2265747"/>
            <a:ext cx="838579" cy="332399"/>
          </a:xfrm>
          <a:prstGeom prst="rect">
            <a:avLst/>
          </a:prstGeom>
          <a:noFill/>
          <a:ln>
            <a:noFill/>
          </a:ln>
        </p:spPr>
        <p:txBody>
          <a:bodyPr anchorCtr="0" anchor="t" bIns="0" lIns="0" spcFirstLastPara="1" rIns="0" wrap="square" tIns="0">
            <a:noAutofit/>
          </a:bodyPr>
          <a:lstStyle>
            <a:lvl1pPr indent="-228600" lvl="0" marL="457200" algn="r">
              <a:lnSpc>
                <a:spcPct val="125000"/>
              </a:lnSpc>
              <a:spcBef>
                <a:spcPts val="0"/>
              </a:spcBef>
              <a:spcAft>
                <a:spcPts val="0"/>
              </a:spcAft>
              <a:buClr>
                <a:schemeClr val="dk1"/>
              </a:buClr>
              <a:buSzPts val="2400"/>
              <a:buNone/>
              <a:defRPr b="1" sz="2400">
                <a:solidFill>
                  <a:schemeClr val="dk1"/>
                </a:solidFill>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9" name="Google Shape;219;p78"/>
          <p:cNvSpPr txBox="1"/>
          <p:nvPr>
            <p:ph type="title"/>
          </p:nvPr>
        </p:nvSpPr>
        <p:spPr>
          <a:xfrm>
            <a:off x="2009317" y="2278105"/>
            <a:ext cx="4888011" cy="32004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400"/>
              <a:buFont typeface="Verdana"/>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78"/>
          <p:cNvSpPr txBox="1"/>
          <p:nvPr>
            <p:ph idx="2" type="body"/>
          </p:nvPr>
        </p:nvSpPr>
        <p:spPr>
          <a:xfrm>
            <a:off x="2009318" y="298565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accent2"/>
              </a:buClr>
              <a:buSzPts val="1400"/>
              <a:buNone/>
              <a:defRPr b="0" i="1" sz="1400">
                <a:solidFill>
                  <a:schemeClr val="accen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1" name="Google Shape;221;p78"/>
          <p:cNvSpPr txBox="1"/>
          <p:nvPr>
            <p:ph idx="3" type="body"/>
          </p:nvPr>
        </p:nvSpPr>
        <p:spPr>
          <a:xfrm>
            <a:off x="2009318" y="266561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accent2"/>
              </a:buClr>
              <a:buSzPts val="1400"/>
              <a:buNone/>
              <a:defRPr b="0" i="0" sz="1400" cap="none">
                <a:solidFill>
                  <a:schemeClr val="accen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222" name="Google Shape;222;p78"/>
          <p:cNvPicPr preferRelativeResize="0"/>
          <p:nvPr/>
        </p:nvPicPr>
        <p:blipFill rotWithShape="1">
          <a:blip r:embed="rId2">
            <a:alphaModFix/>
          </a:blip>
          <a:srcRect b="0" l="0" r="0" t="0"/>
          <a:stretch/>
        </p:blipFill>
        <p:spPr>
          <a:xfrm>
            <a:off x="612455" y="3768442"/>
            <a:ext cx="953453" cy="942975"/>
          </a:xfrm>
          <a:prstGeom prst="rect">
            <a:avLst/>
          </a:prstGeom>
          <a:noFill/>
          <a:ln>
            <a:noFill/>
          </a:ln>
        </p:spPr>
      </p:pic>
      <p:sp>
        <p:nvSpPr>
          <p:cNvPr id="223" name="Google Shape;223;p78"/>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4" name="Google Shape;224;p78"/>
          <p:cNvSpPr txBox="1"/>
          <p:nvPr>
            <p:ph idx="10" type="dt"/>
          </p:nvPr>
        </p:nvSpPr>
        <p:spPr>
          <a:xfrm>
            <a:off x="6548724" y="5424235"/>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78"/>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ark)" showMasterSp="0">
  <p:cSld name="Chapter (Dark)">
    <p:bg>
      <p:bgPr>
        <a:solidFill>
          <a:srgbClr val="1E034A"/>
        </a:solidFill>
      </p:bgPr>
    </p:bg>
    <p:spTree>
      <p:nvGrpSpPr>
        <p:cNvPr id="226" name="Shape 226"/>
        <p:cNvGrpSpPr/>
        <p:nvPr/>
      </p:nvGrpSpPr>
      <p:grpSpPr>
        <a:xfrm>
          <a:off x="0" y="0"/>
          <a:ext cx="0" cy="0"/>
          <a:chOff x="0" y="0"/>
          <a:chExt cx="0" cy="0"/>
        </a:xfrm>
      </p:grpSpPr>
      <p:sp>
        <p:nvSpPr>
          <p:cNvPr id="227" name="Google Shape;227;p79"/>
          <p:cNvSpPr txBox="1"/>
          <p:nvPr>
            <p:ph type="title"/>
          </p:nvPr>
        </p:nvSpPr>
        <p:spPr>
          <a:xfrm>
            <a:off x="2009317" y="2278105"/>
            <a:ext cx="4888011" cy="32004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8" name="Google Shape;228;p79"/>
          <p:cNvPicPr preferRelativeResize="0"/>
          <p:nvPr/>
        </p:nvPicPr>
        <p:blipFill rotWithShape="1">
          <a:blip r:embed="rId2">
            <a:alphaModFix/>
          </a:blip>
          <a:srcRect b="0" l="0" r="0" t="0"/>
          <a:stretch/>
        </p:blipFill>
        <p:spPr>
          <a:xfrm>
            <a:off x="7124222" y="3119437"/>
            <a:ext cx="953453" cy="942975"/>
          </a:xfrm>
          <a:prstGeom prst="rect">
            <a:avLst/>
          </a:prstGeom>
          <a:noFill/>
          <a:ln>
            <a:noFill/>
          </a:ln>
        </p:spPr>
      </p:pic>
      <p:sp>
        <p:nvSpPr>
          <p:cNvPr id="229" name="Google Shape;229;p79"/>
          <p:cNvSpPr txBox="1"/>
          <p:nvPr>
            <p:ph idx="1" type="body"/>
          </p:nvPr>
        </p:nvSpPr>
        <p:spPr>
          <a:xfrm>
            <a:off x="868680" y="2265747"/>
            <a:ext cx="838579" cy="332399"/>
          </a:xfrm>
          <a:prstGeom prst="rect">
            <a:avLst/>
          </a:prstGeom>
          <a:noFill/>
          <a:ln>
            <a:noFill/>
          </a:ln>
        </p:spPr>
        <p:txBody>
          <a:bodyPr anchorCtr="0" anchor="t" bIns="0" lIns="0" spcFirstLastPara="1" rIns="0" wrap="square" tIns="0">
            <a:noAutofit/>
          </a:bodyPr>
          <a:lstStyle>
            <a:lvl1pPr indent="-228600" lvl="0" marL="457200" algn="r">
              <a:lnSpc>
                <a:spcPct val="125000"/>
              </a:lnSpc>
              <a:spcBef>
                <a:spcPts val="0"/>
              </a:spcBef>
              <a:spcAft>
                <a:spcPts val="0"/>
              </a:spcAft>
              <a:buClr>
                <a:schemeClr val="lt2"/>
              </a:buClr>
              <a:buSzPts val="2400"/>
              <a:buNone/>
              <a:defRPr b="1" sz="2400">
                <a:solidFill>
                  <a:schemeClr val="lt2"/>
                </a:solidFill>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0" name="Google Shape;230;p79"/>
          <p:cNvSpPr txBox="1"/>
          <p:nvPr>
            <p:ph idx="2" type="body"/>
          </p:nvPr>
        </p:nvSpPr>
        <p:spPr>
          <a:xfrm>
            <a:off x="2009318" y="266561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1400"/>
              <a:buNone/>
              <a:defRPr b="0" i="0" sz="1400" cap="none">
                <a:solidFill>
                  <a:schemeClr val="l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1" name="Google Shape;231;p79"/>
          <p:cNvSpPr txBox="1"/>
          <p:nvPr>
            <p:ph idx="3" type="body"/>
          </p:nvPr>
        </p:nvSpPr>
        <p:spPr>
          <a:xfrm>
            <a:off x="2009318" y="298565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1400"/>
              <a:buNone/>
              <a:defRPr b="0" i="1" sz="1400">
                <a:solidFill>
                  <a:schemeClr val="l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2" name="Google Shape;232;p79"/>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3" name="Google Shape;233;p79"/>
          <p:cNvSpPr txBox="1"/>
          <p:nvPr>
            <p:ph idx="10" type="dt"/>
          </p:nvPr>
        </p:nvSpPr>
        <p:spPr>
          <a:xfrm>
            <a:off x="6548724" y="5424235"/>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79"/>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ark) Option 2" showMasterSp="0">
  <p:cSld name="Chapter (Dark) Option 2">
    <p:bg>
      <p:bgPr>
        <a:solidFill>
          <a:srgbClr val="1E034A"/>
        </a:solidFill>
      </p:bgPr>
    </p:bg>
    <p:spTree>
      <p:nvGrpSpPr>
        <p:cNvPr id="235" name="Shape 235"/>
        <p:cNvGrpSpPr/>
        <p:nvPr/>
      </p:nvGrpSpPr>
      <p:grpSpPr>
        <a:xfrm>
          <a:off x="0" y="0"/>
          <a:ext cx="0" cy="0"/>
          <a:chOff x="0" y="0"/>
          <a:chExt cx="0" cy="0"/>
        </a:xfrm>
      </p:grpSpPr>
      <p:sp>
        <p:nvSpPr>
          <p:cNvPr id="236" name="Google Shape;236;p80"/>
          <p:cNvSpPr txBox="1"/>
          <p:nvPr>
            <p:ph idx="1" type="body"/>
          </p:nvPr>
        </p:nvSpPr>
        <p:spPr>
          <a:xfrm>
            <a:off x="868680" y="2265747"/>
            <a:ext cx="838579" cy="332399"/>
          </a:xfrm>
          <a:prstGeom prst="rect">
            <a:avLst/>
          </a:prstGeom>
          <a:noFill/>
          <a:ln>
            <a:noFill/>
          </a:ln>
        </p:spPr>
        <p:txBody>
          <a:bodyPr anchorCtr="0" anchor="t" bIns="0" lIns="0" spcFirstLastPara="1" rIns="0" wrap="square" tIns="0">
            <a:noAutofit/>
          </a:bodyPr>
          <a:lstStyle>
            <a:lvl1pPr indent="-228600" lvl="0" marL="457200" algn="r">
              <a:lnSpc>
                <a:spcPct val="125000"/>
              </a:lnSpc>
              <a:spcBef>
                <a:spcPts val="0"/>
              </a:spcBef>
              <a:spcAft>
                <a:spcPts val="0"/>
              </a:spcAft>
              <a:buClr>
                <a:schemeClr val="lt2"/>
              </a:buClr>
              <a:buSzPts val="2400"/>
              <a:buNone/>
              <a:defRPr b="1" sz="2400">
                <a:solidFill>
                  <a:schemeClr val="lt2"/>
                </a:solidFill>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7" name="Google Shape;237;p80"/>
          <p:cNvSpPr txBox="1"/>
          <p:nvPr>
            <p:ph type="title"/>
          </p:nvPr>
        </p:nvSpPr>
        <p:spPr>
          <a:xfrm>
            <a:off x="2009317" y="2278105"/>
            <a:ext cx="4888011" cy="32004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80"/>
          <p:cNvSpPr txBox="1"/>
          <p:nvPr>
            <p:ph idx="2" type="body"/>
          </p:nvPr>
        </p:nvSpPr>
        <p:spPr>
          <a:xfrm>
            <a:off x="2009318" y="298565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1400"/>
              <a:buNone/>
              <a:defRPr b="0" i="1" sz="1400">
                <a:solidFill>
                  <a:schemeClr val="l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9" name="Google Shape;239;p80"/>
          <p:cNvSpPr txBox="1"/>
          <p:nvPr>
            <p:ph idx="3" type="body"/>
          </p:nvPr>
        </p:nvSpPr>
        <p:spPr>
          <a:xfrm>
            <a:off x="2009318" y="266561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1400"/>
              <a:buNone/>
              <a:defRPr b="0" i="0" sz="1400" cap="none">
                <a:solidFill>
                  <a:schemeClr val="l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240" name="Google Shape;240;p80"/>
          <p:cNvPicPr preferRelativeResize="0"/>
          <p:nvPr/>
        </p:nvPicPr>
        <p:blipFill rotWithShape="1">
          <a:blip r:embed="rId2">
            <a:alphaModFix/>
          </a:blip>
          <a:srcRect b="0" l="0" r="0" t="0"/>
          <a:stretch/>
        </p:blipFill>
        <p:spPr>
          <a:xfrm>
            <a:off x="4662009" y="723299"/>
            <a:ext cx="953453" cy="942975"/>
          </a:xfrm>
          <a:prstGeom prst="rect">
            <a:avLst/>
          </a:prstGeom>
          <a:noFill/>
          <a:ln>
            <a:noFill/>
          </a:ln>
        </p:spPr>
      </p:pic>
      <p:sp>
        <p:nvSpPr>
          <p:cNvPr id="241" name="Google Shape;241;p80"/>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2" name="Google Shape;242;p80"/>
          <p:cNvSpPr txBox="1"/>
          <p:nvPr>
            <p:ph idx="10" type="dt"/>
          </p:nvPr>
        </p:nvSpPr>
        <p:spPr>
          <a:xfrm>
            <a:off x="6548724" y="5424235"/>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80"/>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ark) Option 3" showMasterSp="0">
  <p:cSld name="Chapter (Dark) Option 3">
    <p:bg>
      <p:bgPr>
        <a:solidFill>
          <a:srgbClr val="1E034A"/>
        </a:solidFill>
      </p:bgPr>
    </p:bg>
    <p:spTree>
      <p:nvGrpSpPr>
        <p:cNvPr id="244" name="Shape 244"/>
        <p:cNvGrpSpPr/>
        <p:nvPr/>
      </p:nvGrpSpPr>
      <p:grpSpPr>
        <a:xfrm>
          <a:off x="0" y="0"/>
          <a:ext cx="0" cy="0"/>
          <a:chOff x="0" y="0"/>
          <a:chExt cx="0" cy="0"/>
        </a:xfrm>
      </p:grpSpPr>
      <p:sp>
        <p:nvSpPr>
          <p:cNvPr id="245" name="Google Shape;245;p81"/>
          <p:cNvSpPr txBox="1"/>
          <p:nvPr>
            <p:ph idx="1" type="body"/>
          </p:nvPr>
        </p:nvSpPr>
        <p:spPr>
          <a:xfrm>
            <a:off x="868680" y="2265747"/>
            <a:ext cx="838579" cy="332399"/>
          </a:xfrm>
          <a:prstGeom prst="rect">
            <a:avLst/>
          </a:prstGeom>
          <a:noFill/>
          <a:ln>
            <a:noFill/>
          </a:ln>
        </p:spPr>
        <p:txBody>
          <a:bodyPr anchorCtr="0" anchor="t" bIns="0" lIns="0" spcFirstLastPara="1" rIns="0" wrap="square" tIns="0">
            <a:noAutofit/>
          </a:bodyPr>
          <a:lstStyle>
            <a:lvl1pPr indent="-228600" lvl="0" marL="457200" algn="r">
              <a:lnSpc>
                <a:spcPct val="125000"/>
              </a:lnSpc>
              <a:spcBef>
                <a:spcPts val="0"/>
              </a:spcBef>
              <a:spcAft>
                <a:spcPts val="0"/>
              </a:spcAft>
              <a:buClr>
                <a:schemeClr val="lt2"/>
              </a:buClr>
              <a:buSzPts val="2400"/>
              <a:buNone/>
              <a:defRPr b="1" sz="2400">
                <a:solidFill>
                  <a:schemeClr val="lt2"/>
                </a:solidFill>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6" name="Google Shape;246;p81"/>
          <p:cNvSpPr txBox="1"/>
          <p:nvPr>
            <p:ph type="title"/>
          </p:nvPr>
        </p:nvSpPr>
        <p:spPr>
          <a:xfrm>
            <a:off x="2009317" y="2278105"/>
            <a:ext cx="4888011" cy="320041"/>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81"/>
          <p:cNvSpPr txBox="1"/>
          <p:nvPr>
            <p:ph idx="2" type="body"/>
          </p:nvPr>
        </p:nvSpPr>
        <p:spPr>
          <a:xfrm>
            <a:off x="2009318" y="298565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1400"/>
              <a:buNone/>
              <a:defRPr b="0" i="1" sz="1400">
                <a:solidFill>
                  <a:schemeClr val="l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8" name="Google Shape;248;p81"/>
          <p:cNvSpPr txBox="1"/>
          <p:nvPr>
            <p:ph idx="3" type="body"/>
          </p:nvPr>
        </p:nvSpPr>
        <p:spPr>
          <a:xfrm>
            <a:off x="2009318" y="2665618"/>
            <a:ext cx="4888011" cy="23656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1400"/>
              <a:buNone/>
              <a:defRPr b="0" i="0" sz="1400" cap="none">
                <a:solidFill>
                  <a:schemeClr val="lt2"/>
                </a:solidFill>
                <a:latin typeface="Verdana"/>
                <a:ea typeface="Verdana"/>
                <a:cs typeface="Verdana"/>
                <a:sym typeface="Verdana"/>
              </a:defRPr>
            </a:lvl1pPr>
            <a:lvl2pPr indent="-317500" lvl="1" marL="914400" algn="l">
              <a:lnSpc>
                <a:spcPct val="90000"/>
              </a:lnSpc>
              <a:spcBef>
                <a:spcPts val="600"/>
              </a:spcBef>
              <a:spcAft>
                <a:spcPts val="0"/>
              </a:spcAft>
              <a:buSzPts val="1400"/>
              <a:buChar char="•"/>
              <a:defRPr b="0" i="0" sz="1400" cap="none">
                <a:solidFill>
                  <a:schemeClr val="lt2"/>
                </a:solidFill>
                <a:latin typeface="Verdana"/>
                <a:ea typeface="Verdana"/>
                <a:cs typeface="Verdana"/>
                <a:sym typeface="Verdana"/>
              </a:defRPr>
            </a:lvl2pPr>
            <a:lvl3pPr indent="-317500" lvl="2" marL="1371600" algn="l">
              <a:lnSpc>
                <a:spcPct val="100000"/>
              </a:lnSpc>
              <a:spcBef>
                <a:spcPts val="800"/>
              </a:spcBef>
              <a:spcAft>
                <a:spcPts val="0"/>
              </a:spcAft>
              <a:buSzPts val="1400"/>
              <a:buChar char="•"/>
              <a:defRPr i="1" sz="1400">
                <a:solidFill>
                  <a:schemeClr val="lt2"/>
                </a:solidFill>
              </a:defRPr>
            </a:lvl3pPr>
            <a:lvl4pPr indent="-276225" lvl="3" marL="1828800" algn="l">
              <a:lnSpc>
                <a:spcPct val="90000"/>
              </a:lnSpc>
              <a:spcBef>
                <a:spcPts val="300"/>
              </a:spcBef>
              <a:spcAft>
                <a:spcPts val="0"/>
              </a:spcAft>
              <a:buSzPts val="750"/>
              <a:buChar char="•"/>
              <a:defRPr sz="750" cap="none">
                <a:solidFill>
                  <a:schemeClr val="accent2"/>
                </a:solidFill>
                <a:latin typeface="Verdana"/>
                <a:ea typeface="Verdana"/>
                <a:cs typeface="Verdana"/>
                <a:sym typeface="Verdana"/>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249" name="Google Shape;249;p81"/>
          <p:cNvPicPr preferRelativeResize="0"/>
          <p:nvPr/>
        </p:nvPicPr>
        <p:blipFill rotWithShape="1">
          <a:blip r:embed="rId2">
            <a:alphaModFix/>
          </a:blip>
          <a:srcRect b="0" l="0" r="0" t="0"/>
          <a:stretch/>
        </p:blipFill>
        <p:spPr>
          <a:xfrm>
            <a:off x="612455" y="3768442"/>
            <a:ext cx="953453" cy="942975"/>
          </a:xfrm>
          <a:prstGeom prst="rect">
            <a:avLst/>
          </a:prstGeom>
          <a:noFill/>
          <a:ln>
            <a:noFill/>
          </a:ln>
        </p:spPr>
      </p:pic>
      <p:sp>
        <p:nvSpPr>
          <p:cNvPr id="250" name="Google Shape;250;p81"/>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1" name="Google Shape;251;p81"/>
          <p:cNvSpPr txBox="1"/>
          <p:nvPr>
            <p:ph idx="10" type="dt"/>
          </p:nvPr>
        </p:nvSpPr>
        <p:spPr>
          <a:xfrm>
            <a:off x="6548724" y="5424235"/>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81"/>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ver Image" showMasterSp="0">
  <p:cSld name="Text over Image">
    <p:bg>
      <p:bgPr>
        <a:solidFill>
          <a:schemeClr val="accent1"/>
        </a:solidFill>
      </p:bgPr>
    </p:bg>
    <p:spTree>
      <p:nvGrpSpPr>
        <p:cNvPr id="253" name="Shape 253"/>
        <p:cNvGrpSpPr/>
        <p:nvPr/>
      </p:nvGrpSpPr>
      <p:grpSpPr>
        <a:xfrm>
          <a:off x="0" y="0"/>
          <a:ext cx="0" cy="0"/>
          <a:chOff x="0" y="0"/>
          <a:chExt cx="0" cy="0"/>
        </a:xfrm>
      </p:grpSpPr>
      <p:sp>
        <p:nvSpPr>
          <p:cNvPr id="254" name="Google Shape;254;p82"/>
          <p:cNvSpPr txBox="1"/>
          <p:nvPr>
            <p:ph type="title"/>
          </p:nvPr>
        </p:nvSpPr>
        <p:spPr>
          <a:xfrm>
            <a:off x="5083918" y="1360133"/>
            <a:ext cx="3712306" cy="720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2"/>
              </a:buClr>
              <a:buSzPts val="2200"/>
              <a:buFont typeface="Verdana"/>
              <a:buNone/>
              <a:defRPr sz="22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82"/>
          <p:cNvSpPr/>
          <p:nvPr>
            <p:ph idx="2" type="pic"/>
          </p:nvPr>
        </p:nvSpPr>
        <p:spPr>
          <a:xfrm>
            <a:off x="1" y="0"/>
            <a:ext cx="4781135" cy="5143500"/>
          </a:xfrm>
          <a:prstGeom prst="rect">
            <a:avLst/>
          </a:prstGeom>
          <a:noFill/>
          <a:ln>
            <a:noFill/>
          </a:ln>
        </p:spPr>
      </p:sp>
      <p:sp>
        <p:nvSpPr>
          <p:cNvPr id="256" name="Google Shape;256;p82"/>
          <p:cNvSpPr txBox="1"/>
          <p:nvPr>
            <p:ph idx="1" type="body"/>
          </p:nvPr>
        </p:nvSpPr>
        <p:spPr>
          <a:xfrm>
            <a:off x="5083918" y="2186523"/>
            <a:ext cx="3712306" cy="1049438"/>
          </a:xfrm>
          <a:prstGeom prst="rect">
            <a:avLst/>
          </a:prstGeom>
          <a:noFill/>
          <a:ln>
            <a:noFill/>
          </a:ln>
        </p:spPr>
        <p:txBody>
          <a:bodyPr anchorCtr="0" anchor="t" bIns="0" lIns="0" spcFirstLastPara="1" rIns="0" wrap="square" tIns="0">
            <a:noAutofit/>
          </a:bodyPr>
          <a:lstStyle>
            <a:lvl1pPr indent="-228600" lvl="0" marL="457200" algn="l">
              <a:lnSpc>
                <a:spcPct val="96000"/>
              </a:lnSpc>
              <a:spcBef>
                <a:spcPts val="0"/>
              </a:spcBef>
              <a:spcAft>
                <a:spcPts val="0"/>
              </a:spcAft>
              <a:buClr>
                <a:schemeClr val="lt2"/>
              </a:buClr>
              <a:buSzPts val="3600"/>
              <a:buNone/>
              <a:defRPr b="0" i="1" sz="3600">
                <a:solidFill>
                  <a:schemeClr val="lt2"/>
                </a:solidFill>
                <a:latin typeface="Georgia"/>
                <a:ea typeface="Georgia"/>
                <a:cs typeface="Georgia"/>
                <a:sym typeface="Georgia"/>
              </a:defRPr>
            </a:lvl1pPr>
            <a:lvl2pPr indent="-228600" lvl="1" marL="914400" algn="l">
              <a:lnSpc>
                <a:spcPct val="90000"/>
              </a:lnSpc>
              <a:spcBef>
                <a:spcPts val="1000"/>
              </a:spcBef>
              <a:spcAft>
                <a:spcPts val="0"/>
              </a:spcAft>
              <a:buSzPts val="3600"/>
              <a:buFont typeface="Arial"/>
              <a:buNone/>
              <a:defRPr b="0" i="1" sz="3600">
                <a:solidFill>
                  <a:schemeClr val="lt1"/>
                </a:solidFill>
                <a:latin typeface="Georgia"/>
                <a:ea typeface="Georgia"/>
                <a:cs typeface="Georgia"/>
                <a:sym typeface="Georgia"/>
              </a:defRPr>
            </a:lvl2pPr>
            <a:lvl3pPr indent="-317500" lvl="2" marL="1371600" algn="l">
              <a:lnSpc>
                <a:spcPct val="100000"/>
              </a:lnSpc>
              <a:spcBef>
                <a:spcPts val="1000"/>
              </a:spcBef>
              <a:spcAft>
                <a:spcPts val="0"/>
              </a:spcAft>
              <a:buSzPts val="1400"/>
              <a:buChar char="•"/>
              <a:defRPr sz="1400">
                <a:solidFill>
                  <a:schemeClr val="lt1"/>
                </a:solidFill>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7" name="Google Shape;257;p82"/>
          <p:cNvSpPr txBox="1"/>
          <p:nvPr>
            <p:ph idx="3" type="body"/>
          </p:nvPr>
        </p:nvSpPr>
        <p:spPr>
          <a:xfrm>
            <a:off x="5083918" y="3296919"/>
            <a:ext cx="3712306" cy="532899"/>
          </a:xfrm>
          <a:prstGeom prst="rect">
            <a:avLst/>
          </a:prstGeom>
          <a:noFill/>
          <a:ln>
            <a:noFill/>
          </a:ln>
        </p:spPr>
        <p:txBody>
          <a:bodyPr anchorCtr="0" anchor="t" bIns="0" lIns="0" spcFirstLastPara="1" rIns="0" wrap="square" tIns="0">
            <a:noAutofit/>
          </a:bodyPr>
          <a:lstStyle>
            <a:lvl1pPr indent="-228600" lvl="0" marL="457200" algn="l">
              <a:lnSpc>
                <a:spcPct val="96000"/>
              </a:lnSpc>
              <a:spcBef>
                <a:spcPts val="0"/>
              </a:spcBef>
              <a:spcAft>
                <a:spcPts val="0"/>
              </a:spcAft>
              <a:buClr>
                <a:schemeClr val="lt2"/>
              </a:buClr>
              <a:buSzPts val="1400"/>
              <a:buNone/>
              <a:defRPr b="0" i="0" sz="1400">
                <a:solidFill>
                  <a:schemeClr val="lt2"/>
                </a:solidFill>
                <a:latin typeface="Verdana"/>
                <a:ea typeface="Verdana"/>
                <a:cs typeface="Verdana"/>
                <a:sym typeface="Verdana"/>
              </a:defRPr>
            </a:lvl1pPr>
            <a:lvl2pPr indent="-317500" lvl="1" marL="914400" algn="l">
              <a:lnSpc>
                <a:spcPct val="90000"/>
              </a:lnSpc>
              <a:spcBef>
                <a:spcPts val="1000"/>
              </a:spcBef>
              <a:spcAft>
                <a:spcPts val="0"/>
              </a:spcAft>
              <a:buSzPts val="1400"/>
              <a:buChar char="•"/>
              <a:defRPr b="0" i="0" sz="1400">
                <a:solidFill>
                  <a:schemeClr val="lt1"/>
                </a:solidFill>
                <a:latin typeface="Verdana"/>
                <a:ea typeface="Verdana"/>
                <a:cs typeface="Verdana"/>
                <a:sym typeface="Verdana"/>
              </a:defRPr>
            </a:lvl2pPr>
            <a:lvl3pPr indent="-317500" lvl="2" marL="1371600" algn="l">
              <a:lnSpc>
                <a:spcPct val="100000"/>
              </a:lnSpc>
              <a:spcBef>
                <a:spcPts val="1000"/>
              </a:spcBef>
              <a:spcAft>
                <a:spcPts val="0"/>
              </a:spcAft>
              <a:buSzPts val="1400"/>
              <a:buChar char="•"/>
              <a:defRPr b="0" i="0" sz="1400">
                <a:solidFill>
                  <a:schemeClr val="lt1"/>
                </a:solidFill>
                <a:latin typeface="Verdana"/>
                <a:ea typeface="Verdana"/>
                <a:cs typeface="Verdana"/>
                <a:sym typeface="Verdana"/>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grpSp>
        <p:nvGrpSpPr>
          <p:cNvPr id="258" name="Google Shape;258;p82"/>
          <p:cNvGrpSpPr/>
          <p:nvPr/>
        </p:nvGrpSpPr>
        <p:grpSpPr>
          <a:xfrm>
            <a:off x="331191" y="4746709"/>
            <a:ext cx="804755" cy="207184"/>
            <a:chOff x="4767702" y="-472136"/>
            <a:chExt cx="745525" cy="191931"/>
          </a:xfrm>
        </p:grpSpPr>
        <p:sp>
          <p:nvSpPr>
            <p:cNvPr id="259" name="Google Shape;259;p82"/>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260" name="Google Shape;260;p82"/>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rgbClr val="7A00E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261" name="Google Shape;261;p82"/>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rgbClr val="7A00E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262" name="Google Shape;262;p82"/>
          <p:cNvSpPr txBox="1"/>
          <p:nvPr>
            <p:ph idx="10" type="dt"/>
          </p:nvPr>
        </p:nvSpPr>
        <p:spPr>
          <a:xfrm>
            <a:off x="6124176"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63" name="Google Shape;263;p82"/>
          <p:cNvCxnSpPr/>
          <p:nvPr/>
        </p:nvCxnSpPr>
        <p:spPr>
          <a:xfrm>
            <a:off x="-556260" y="160020"/>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264" name="Google Shape;264;p82"/>
          <p:cNvSpPr txBox="1"/>
          <p:nvPr/>
        </p:nvSpPr>
        <p:spPr>
          <a:xfrm>
            <a:off x="-2436695"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265" name="Google Shape;265;p82"/>
          <p:cNvPicPr preferRelativeResize="0"/>
          <p:nvPr/>
        </p:nvPicPr>
        <p:blipFill rotWithShape="1">
          <a:blip r:embed="rId2">
            <a:alphaModFix/>
          </a:blip>
          <a:srcRect b="0" l="0" r="0" t="0"/>
          <a:stretch/>
        </p:blipFill>
        <p:spPr>
          <a:xfrm>
            <a:off x="-2169241" y="2507594"/>
            <a:ext cx="307086" cy="622046"/>
          </a:xfrm>
          <a:prstGeom prst="rect">
            <a:avLst/>
          </a:prstGeom>
          <a:noFill/>
          <a:ln>
            <a:noFill/>
          </a:ln>
        </p:spPr>
      </p:pic>
      <p:sp>
        <p:nvSpPr>
          <p:cNvPr id="266" name="Google Shape;266;p82"/>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7" name="Google Shape;267;p82"/>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Emphasis2">
  <p:cSld name="05.Emphasis2">
    <p:bg>
      <p:bgPr>
        <a:solidFill>
          <a:schemeClr val="lt1"/>
        </a:solidFill>
      </p:bgPr>
    </p:bg>
    <p:spTree>
      <p:nvGrpSpPr>
        <p:cNvPr id="268" name="Shape 268"/>
        <p:cNvGrpSpPr/>
        <p:nvPr/>
      </p:nvGrpSpPr>
      <p:grpSpPr>
        <a:xfrm>
          <a:off x="0" y="0"/>
          <a:ext cx="0" cy="0"/>
          <a:chOff x="0" y="0"/>
          <a:chExt cx="0" cy="0"/>
        </a:xfrm>
      </p:grpSpPr>
      <p:sp>
        <p:nvSpPr>
          <p:cNvPr id="269" name="Google Shape;269;p83"/>
          <p:cNvSpPr txBox="1"/>
          <p:nvPr>
            <p:ph type="title"/>
          </p:nvPr>
        </p:nvSpPr>
        <p:spPr>
          <a:xfrm>
            <a:off x="725844" y="1337174"/>
            <a:ext cx="3712306" cy="720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dk1"/>
              </a:buClr>
              <a:buSzPts val="2200"/>
              <a:buFont typeface="Verdana"/>
              <a:buNone/>
              <a:defRPr sz="2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83"/>
          <p:cNvSpPr txBox="1"/>
          <p:nvPr>
            <p:ph idx="1" type="body"/>
          </p:nvPr>
        </p:nvSpPr>
        <p:spPr>
          <a:xfrm>
            <a:off x="725844" y="2148567"/>
            <a:ext cx="3712306" cy="1049438"/>
          </a:xfrm>
          <a:prstGeom prst="rect">
            <a:avLst/>
          </a:prstGeom>
          <a:noFill/>
          <a:ln>
            <a:noFill/>
          </a:ln>
        </p:spPr>
        <p:txBody>
          <a:bodyPr anchorCtr="0" anchor="t" bIns="0" lIns="0" spcFirstLastPara="1" rIns="0" wrap="square" tIns="0">
            <a:noAutofit/>
          </a:bodyPr>
          <a:lstStyle>
            <a:lvl1pPr indent="-228600" lvl="0" marL="457200" algn="l">
              <a:lnSpc>
                <a:spcPct val="96000"/>
              </a:lnSpc>
              <a:spcBef>
                <a:spcPts val="0"/>
              </a:spcBef>
              <a:spcAft>
                <a:spcPts val="0"/>
              </a:spcAft>
              <a:buClr>
                <a:schemeClr val="dk1"/>
              </a:buClr>
              <a:buSzPts val="3600"/>
              <a:buNone/>
              <a:defRPr b="0" i="1" sz="3600">
                <a:solidFill>
                  <a:schemeClr val="dk1"/>
                </a:solidFill>
                <a:latin typeface="Georgia"/>
                <a:ea typeface="Georgia"/>
                <a:cs typeface="Georgia"/>
                <a:sym typeface="Georgia"/>
              </a:defRPr>
            </a:lvl1pPr>
            <a:lvl2pPr indent="-228600" lvl="1" marL="914400" algn="l">
              <a:lnSpc>
                <a:spcPct val="90000"/>
              </a:lnSpc>
              <a:spcBef>
                <a:spcPts val="1000"/>
              </a:spcBef>
              <a:spcAft>
                <a:spcPts val="0"/>
              </a:spcAft>
              <a:buSzPts val="3600"/>
              <a:buFont typeface="Arial"/>
              <a:buNone/>
              <a:defRPr b="0" i="1" sz="3600">
                <a:solidFill>
                  <a:schemeClr val="lt1"/>
                </a:solidFill>
                <a:latin typeface="Georgia"/>
                <a:ea typeface="Georgia"/>
                <a:cs typeface="Georgia"/>
                <a:sym typeface="Georgia"/>
              </a:defRPr>
            </a:lvl2pPr>
            <a:lvl3pPr indent="-317500" lvl="2" marL="1371600" algn="l">
              <a:lnSpc>
                <a:spcPct val="100000"/>
              </a:lnSpc>
              <a:spcBef>
                <a:spcPts val="1000"/>
              </a:spcBef>
              <a:spcAft>
                <a:spcPts val="0"/>
              </a:spcAft>
              <a:buSzPts val="1400"/>
              <a:buChar char="•"/>
              <a:defRPr sz="1400">
                <a:solidFill>
                  <a:schemeClr val="lt1"/>
                </a:solidFill>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1" name="Google Shape;271;p83"/>
          <p:cNvSpPr txBox="1"/>
          <p:nvPr>
            <p:ph idx="2" type="body"/>
          </p:nvPr>
        </p:nvSpPr>
        <p:spPr>
          <a:xfrm>
            <a:off x="725844" y="3296919"/>
            <a:ext cx="3712306" cy="532899"/>
          </a:xfrm>
          <a:prstGeom prst="rect">
            <a:avLst/>
          </a:prstGeom>
          <a:noFill/>
          <a:ln>
            <a:noFill/>
          </a:ln>
        </p:spPr>
        <p:txBody>
          <a:bodyPr anchorCtr="0" anchor="t" bIns="0" lIns="0" spcFirstLastPara="1" rIns="0" wrap="square" tIns="0">
            <a:noAutofit/>
          </a:bodyPr>
          <a:lstStyle>
            <a:lvl1pPr indent="-228600" lvl="0" marL="457200" algn="l">
              <a:lnSpc>
                <a:spcPct val="96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17500" lvl="1" marL="914400" algn="l">
              <a:lnSpc>
                <a:spcPct val="90000"/>
              </a:lnSpc>
              <a:spcBef>
                <a:spcPts val="1000"/>
              </a:spcBef>
              <a:spcAft>
                <a:spcPts val="0"/>
              </a:spcAft>
              <a:buSzPts val="1400"/>
              <a:buChar char="•"/>
              <a:defRPr b="0" i="0" sz="1400">
                <a:solidFill>
                  <a:schemeClr val="lt1"/>
                </a:solidFill>
                <a:latin typeface="Verdana"/>
                <a:ea typeface="Verdana"/>
                <a:cs typeface="Verdana"/>
                <a:sym typeface="Verdana"/>
              </a:defRPr>
            </a:lvl2pPr>
            <a:lvl3pPr indent="-317500" lvl="2" marL="1371600" algn="l">
              <a:lnSpc>
                <a:spcPct val="100000"/>
              </a:lnSpc>
              <a:spcBef>
                <a:spcPts val="1000"/>
              </a:spcBef>
              <a:spcAft>
                <a:spcPts val="0"/>
              </a:spcAft>
              <a:buSzPts val="1400"/>
              <a:buChar char="•"/>
              <a:defRPr b="0" i="0" sz="1400">
                <a:solidFill>
                  <a:schemeClr val="lt1"/>
                </a:solidFill>
                <a:latin typeface="Verdana"/>
                <a:ea typeface="Verdana"/>
                <a:cs typeface="Verdana"/>
                <a:sym typeface="Verdana"/>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2" name="Google Shape;272;p83"/>
          <p:cNvSpPr/>
          <p:nvPr>
            <p:ph idx="3" type="pic"/>
          </p:nvPr>
        </p:nvSpPr>
        <p:spPr>
          <a:xfrm>
            <a:off x="4362864" y="0"/>
            <a:ext cx="4781136" cy="5143500"/>
          </a:xfrm>
          <a:prstGeom prst="rect">
            <a:avLst/>
          </a:prstGeom>
          <a:noFill/>
          <a:ln>
            <a:noFill/>
          </a:ln>
        </p:spPr>
      </p:sp>
      <p:sp>
        <p:nvSpPr>
          <p:cNvPr id="273" name="Google Shape;273;p83"/>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83"/>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5" name="Google Shape;275;p83"/>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next to Image" showMasterSp="0">
  <p:cSld name="Text next to Image">
    <p:spTree>
      <p:nvGrpSpPr>
        <p:cNvPr id="276" name="Shape 276"/>
        <p:cNvGrpSpPr/>
        <p:nvPr/>
      </p:nvGrpSpPr>
      <p:grpSpPr>
        <a:xfrm>
          <a:off x="0" y="0"/>
          <a:ext cx="0" cy="0"/>
          <a:chOff x="0" y="0"/>
          <a:chExt cx="0" cy="0"/>
        </a:xfrm>
      </p:grpSpPr>
      <p:sp>
        <p:nvSpPr>
          <p:cNvPr id="277" name="Google Shape;277;p84"/>
          <p:cNvSpPr/>
          <p:nvPr>
            <p:ph idx="2" type="pic"/>
          </p:nvPr>
        </p:nvSpPr>
        <p:spPr>
          <a:xfrm>
            <a:off x="0" y="0"/>
            <a:ext cx="4572000" cy="5143500"/>
          </a:xfrm>
          <a:prstGeom prst="rect">
            <a:avLst/>
          </a:prstGeom>
          <a:noFill/>
          <a:ln>
            <a:noFill/>
          </a:ln>
        </p:spPr>
      </p:sp>
      <p:sp>
        <p:nvSpPr>
          <p:cNvPr id="278" name="Google Shape;278;p84"/>
          <p:cNvSpPr txBox="1"/>
          <p:nvPr>
            <p:ph idx="1" type="body"/>
          </p:nvPr>
        </p:nvSpPr>
        <p:spPr>
          <a:xfrm>
            <a:off x="5404951" y="2617811"/>
            <a:ext cx="3077548" cy="403469"/>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accent2"/>
              </a:buClr>
              <a:buSzPts val="2500"/>
              <a:buNone/>
              <a:defRPr b="0" i="1" sz="2500">
                <a:solidFill>
                  <a:schemeClr val="accent2"/>
                </a:solidFill>
                <a:latin typeface="Georgia"/>
                <a:ea typeface="Georgia"/>
                <a:cs typeface="Georgia"/>
                <a:sym typeface="Georgia"/>
              </a:defRPr>
            </a:lvl1pPr>
            <a:lvl2pPr indent="-228600" lvl="1" marL="914400" algn="ctr">
              <a:lnSpc>
                <a:spcPct val="100000"/>
              </a:lnSpc>
              <a:spcBef>
                <a:spcPts val="1000"/>
              </a:spcBef>
              <a:spcAft>
                <a:spcPts val="0"/>
              </a:spcAft>
              <a:buSzPts val="2500"/>
              <a:buFont typeface="Arial"/>
              <a:buNone/>
              <a:defRPr b="0" i="1" sz="2500">
                <a:solidFill>
                  <a:schemeClr val="accent2"/>
                </a:solidFill>
                <a:latin typeface="Georgia"/>
                <a:ea typeface="Georgia"/>
                <a:cs typeface="Georgia"/>
                <a:sym typeface="Georgi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9" name="Google Shape;279;p84"/>
          <p:cNvSpPr txBox="1"/>
          <p:nvPr>
            <p:ph idx="3" type="body"/>
          </p:nvPr>
        </p:nvSpPr>
        <p:spPr>
          <a:xfrm>
            <a:off x="5404951" y="3085124"/>
            <a:ext cx="3077548" cy="248433"/>
          </a:xfrm>
          <a:prstGeom prst="rect">
            <a:avLst/>
          </a:prstGeom>
          <a:noFill/>
          <a:ln>
            <a:noFill/>
          </a:ln>
        </p:spPr>
        <p:txBody>
          <a:bodyPr anchorCtr="0" anchor="t" bIns="0" lIns="0" spcFirstLastPara="1" rIns="0" wrap="square" tIns="0">
            <a:noAutofit/>
          </a:bodyPr>
          <a:lstStyle>
            <a:lvl1pPr indent="-228600" lvl="0" marL="457200" algn="ctr">
              <a:lnSpc>
                <a:spcPct val="96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00000"/>
              </a:lnSpc>
              <a:spcBef>
                <a:spcPts val="1000"/>
              </a:spcBef>
              <a:spcAft>
                <a:spcPts val="0"/>
              </a:spcAft>
              <a:buSzPts val="1200"/>
              <a:buFont typeface="Arial"/>
              <a:buNone/>
              <a:defRPr b="0" i="0" sz="1200">
                <a:solidFill>
                  <a:schemeClr val="dk1"/>
                </a:solidFill>
                <a:latin typeface="Verdana"/>
                <a:ea typeface="Verdana"/>
                <a:cs typeface="Verdana"/>
                <a:sym typeface="Verdana"/>
              </a:defRPr>
            </a:lvl2pPr>
            <a:lvl3pPr indent="-317500" lvl="2" marL="1371600" algn="ctr">
              <a:lnSpc>
                <a:spcPct val="100000"/>
              </a:lnSpc>
              <a:spcBef>
                <a:spcPts val="1000"/>
              </a:spcBef>
              <a:spcAft>
                <a:spcPts val="0"/>
              </a:spcAft>
              <a:buSzPts val="14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0" name="Google Shape;280;p84"/>
          <p:cNvSpPr txBox="1"/>
          <p:nvPr>
            <p:ph idx="10" type="dt"/>
          </p:nvPr>
        </p:nvSpPr>
        <p:spPr>
          <a:xfrm>
            <a:off x="6167720"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81" name="Google Shape;281;p84"/>
          <p:cNvCxnSpPr/>
          <p:nvPr/>
        </p:nvCxnSpPr>
        <p:spPr>
          <a:xfrm>
            <a:off x="-556260" y="160020"/>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282" name="Google Shape;282;p84"/>
          <p:cNvSpPr txBox="1"/>
          <p:nvPr/>
        </p:nvSpPr>
        <p:spPr>
          <a:xfrm>
            <a:off x="-2436695"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283" name="Google Shape;283;p84"/>
          <p:cNvPicPr preferRelativeResize="0"/>
          <p:nvPr/>
        </p:nvPicPr>
        <p:blipFill rotWithShape="1">
          <a:blip r:embed="rId2">
            <a:alphaModFix/>
          </a:blip>
          <a:srcRect b="0" l="0" r="0" t="0"/>
          <a:stretch/>
        </p:blipFill>
        <p:spPr>
          <a:xfrm>
            <a:off x="-2169241" y="2507594"/>
            <a:ext cx="307086" cy="622046"/>
          </a:xfrm>
          <a:prstGeom prst="rect">
            <a:avLst/>
          </a:prstGeom>
          <a:noFill/>
          <a:ln>
            <a:noFill/>
          </a:ln>
        </p:spPr>
      </p:pic>
      <p:sp>
        <p:nvSpPr>
          <p:cNvPr id="284" name="Google Shape;284;p84"/>
          <p:cNvSpPr/>
          <p:nvPr>
            <p:ph idx="4" type="dgm"/>
          </p:nvPr>
        </p:nvSpPr>
        <p:spPr>
          <a:xfrm>
            <a:off x="6912231" y="1426436"/>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285" name="Google Shape;285;p84"/>
          <p:cNvSpPr/>
          <p:nvPr>
            <p:ph idx="5" type="dgm"/>
          </p:nvPr>
        </p:nvSpPr>
        <p:spPr>
          <a:xfrm>
            <a:off x="6912231" y="3645065"/>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286" name="Google Shape;286;p84"/>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7" name="Google Shape;287;p84"/>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8" name="Google Shape;288;p84"/>
          <p:cNvSpPr txBox="1"/>
          <p:nvPr>
            <p:ph type="title"/>
          </p:nvPr>
        </p:nvSpPr>
        <p:spPr>
          <a:xfrm>
            <a:off x="5404950" y="1840117"/>
            <a:ext cx="3077549" cy="7200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Clr>
                <a:schemeClr val="dk1"/>
              </a:buClr>
              <a:buSzPts val="2400"/>
              <a:buFont typeface="Verdana"/>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Image (Small)">
  <p:cSld name="Title and Content with Image (Small)">
    <p:spTree>
      <p:nvGrpSpPr>
        <p:cNvPr id="289" name="Shape 289"/>
        <p:cNvGrpSpPr/>
        <p:nvPr/>
      </p:nvGrpSpPr>
      <p:grpSpPr>
        <a:xfrm>
          <a:off x="0" y="0"/>
          <a:ext cx="0" cy="0"/>
          <a:chOff x="0" y="0"/>
          <a:chExt cx="0" cy="0"/>
        </a:xfrm>
      </p:grpSpPr>
      <p:sp>
        <p:nvSpPr>
          <p:cNvPr id="290" name="Google Shape;290;p85"/>
          <p:cNvSpPr txBox="1"/>
          <p:nvPr>
            <p:ph type="title"/>
          </p:nvPr>
        </p:nvSpPr>
        <p:spPr>
          <a:xfrm>
            <a:off x="331200" y="289130"/>
            <a:ext cx="573334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 name="Google Shape;291;p85"/>
          <p:cNvSpPr txBox="1"/>
          <p:nvPr>
            <p:ph idx="1" type="body"/>
          </p:nvPr>
        </p:nvSpPr>
        <p:spPr>
          <a:xfrm>
            <a:off x="333730" y="1071318"/>
            <a:ext cx="5733015"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1"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2" name="Google Shape;292;p85"/>
          <p:cNvSpPr txBox="1"/>
          <p:nvPr>
            <p:ph idx="2" type="body"/>
          </p:nvPr>
        </p:nvSpPr>
        <p:spPr>
          <a:xfrm>
            <a:off x="331525" y="1340692"/>
            <a:ext cx="5733015" cy="3209012"/>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3" name="Google Shape;293;p85"/>
          <p:cNvSpPr/>
          <p:nvPr>
            <p:ph idx="3" type="pic"/>
          </p:nvPr>
        </p:nvSpPr>
        <p:spPr>
          <a:xfrm>
            <a:off x="6346800" y="0"/>
            <a:ext cx="2797200" cy="5143500"/>
          </a:xfrm>
          <a:prstGeom prst="rect">
            <a:avLst/>
          </a:prstGeom>
          <a:noFill/>
          <a:ln>
            <a:noFill/>
          </a:ln>
        </p:spPr>
      </p:sp>
      <p:sp>
        <p:nvSpPr>
          <p:cNvPr id="294" name="Google Shape;294;p85"/>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5" name="Google Shape;295;p85"/>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85"/>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97" name="Google Shape;297;p85"/>
          <p:cNvCxnSpPr/>
          <p:nvPr/>
        </p:nvCxnSpPr>
        <p:spPr>
          <a:xfrm rot="10800000">
            <a:off x="9179892" y="815209"/>
            <a:ext cx="604188" cy="0"/>
          </a:xfrm>
          <a:prstGeom prst="straightConnector1">
            <a:avLst/>
          </a:prstGeom>
          <a:noFill/>
          <a:ln cap="flat" cmpd="sng" w="9525">
            <a:solidFill>
              <a:schemeClr val="accent1"/>
            </a:solidFill>
            <a:prstDash val="solid"/>
            <a:miter lim="800000"/>
            <a:headEnd len="sm" w="sm" type="none"/>
            <a:tailEnd len="med" w="med" type="triangle"/>
          </a:ln>
        </p:spPr>
      </p:cxnSp>
      <p:sp>
        <p:nvSpPr>
          <p:cNvPr id="298" name="Google Shape;298;p85"/>
          <p:cNvSpPr txBox="1"/>
          <p:nvPr/>
        </p:nvSpPr>
        <p:spPr>
          <a:xfrm>
            <a:off x="9886077" y="699694"/>
            <a:ext cx="1786192" cy="330859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p:txBody>
      </p:sp>
      <p:pic>
        <p:nvPicPr>
          <p:cNvPr id="299" name="Google Shape;299;p85"/>
          <p:cNvPicPr preferRelativeResize="0"/>
          <p:nvPr/>
        </p:nvPicPr>
        <p:blipFill rotWithShape="1">
          <a:blip r:embed="rId2">
            <a:alphaModFix/>
          </a:blip>
          <a:srcRect b="0" l="0" r="0" t="0"/>
          <a:stretch/>
        </p:blipFill>
        <p:spPr>
          <a:xfrm>
            <a:off x="10125349" y="3183019"/>
            <a:ext cx="371475" cy="752475"/>
          </a:xfrm>
          <a:prstGeom prst="rect">
            <a:avLst/>
          </a:prstGeom>
          <a:noFill/>
          <a:ln>
            <a:noFill/>
          </a:ln>
        </p:spPr>
      </p:pic>
      <p:cxnSp>
        <p:nvCxnSpPr>
          <p:cNvPr id="300" name="Google Shape;300;p85"/>
          <p:cNvCxnSpPr/>
          <p:nvPr/>
        </p:nvCxnSpPr>
        <p:spPr>
          <a:xfrm>
            <a:off x="-525780" y="1455076"/>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301" name="Google Shape;301;p85"/>
          <p:cNvSpPr txBox="1"/>
          <p:nvPr/>
        </p:nvSpPr>
        <p:spPr>
          <a:xfrm>
            <a:off x="-2406215" y="1340692"/>
            <a:ext cx="1786192" cy="2292935"/>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Using bullets with the indent button:</a:t>
            </a:r>
            <a:endParaRPr/>
          </a:p>
          <a:p>
            <a:pPr indent="0" lvl="0" marL="0" marR="0" rtl="0" algn="l">
              <a:spcBef>
                <a:spcPts val="0"/>
              </a:spcBef>
              <a:spcAft>
                <a:spcPts val="0"/>
              </a:spcAft>
              <a:buNone/>
            </a:pPr>
            <a:r>
              <a:rPr lang="en-US" sz="1100">
                <a:solidFill>
                  <a:schemeClr val="dk1"/>
                </a:solidFill>
                <a:latin typeface="Verdana"/>
                <a:ea typeface="Verdana"/>
                <a:cs typeface="Verdana"/>
                <a:sym typeface="Verdana"/>
              </a:rPr>
              <a:t>Use the indent button to create the text levels with the appropriate bullet in miracle purple.</a:t>
            </a:r>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p:txBody>
      </p:sp>
      <p:pic>
        <p:nvPicPr>
          <p:cNvPr id="302" name="Google Shape;302;p85"/>
          <p:cNvPicPr preferRelativeResize="0"/>
          <p:nvPr/>
        </p:nvPicPr>
        <p:blipFill rotWithShape="1">
          <a:blip r:embed="rId3">
            <a:alphaModFix/>
          </a:blip>
          <a:srcRect b="0" l="0" r="0" t="0"/>
          <a:stretch/>
        </p:blipFill>
        <p:spPr>
          <a:xfrm>
            <a:off x="-2284295" y="2663190"/>
            <a:ext cx="640080" cy="780098"/>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Image (Large)">
  <p:cSld name="Title and Content with Image (Large)">
    <p:spTree>
      <p:nvGrpSpPr>
        <p:cNvPr id="303" name="Shape 303"/>
        <p:cNvGrpSpPr/>
        <p:nvPr/>
      </p:nvGrpSpPr>
      <p:grpSpPr>
        <a:xfrm>
          <a:off x="0" y="0"/>
          <a:ext cx="0" cy="0"/>
          <a:chOff x="0" y="0"/>
          <a:chExt cx="0" cy="0"/>
        </a:xfrm>
      </p:grpSpPr>
      <p:sp>
        <p:nvSpPr>
          <p:cNvPr id="304" name="Google Shape;304;p86"/>
          <p:cNvSpPr txBox="1"/>
          <p:nvPr>
            <p:ph type="title"/>
          </p:nvPr>
        </p:nvSpPr>
        <p:spPr>
          <a:xfrm>
            <a:off x="331200" y="289130"/>
            <a:ext cx="4028251"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86"/>
          <p:cNvSpPr txBox="1"/>
          <p:nvPr>
            <p:ph idx="1" type="body"/>
          </p:nvPr>
        </p:nvSpPr>
        <p:spPr>
          <a:xfrm>
            <a:off x="333731" y="1071318"/>
            <a:ext cx="4027926"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1"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6" name="Google Shape;306;p86"/>
          <p:cNvSpPr txBox="1"/>
          <p:nvPr>
            <p:ph idx="2" type="body"/>
          </p:nvPr>
        </p:nvSpPr>
        <p:spPr>
          <a:xfrm>
            <a:off x="331526" y="1340692"/>
            <a:ext cx="4027926" cy="3209012"/>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7" name="Google Shape;307;p86"/>
          <p:cNvSpPr/>
          <p:nvPr>
            <p:ph idx="3" type="pic"/>
          </p:nvPr>
        </p:nvSpPr>
        <p:spPr>
          <a:xfrm>
            <a:off x="4572000" y="0"/>
            <a:ext cx="4572000" cy="5143500"/>
          </a:xfrm>
          <a:prstGeom prst="rect">
            <a:avLst/>
          </a:prstGeom>
          <a:noFill/>
          <a:ln>
            <a:noFill/>
          </a:ln>
        </p:spPr>
      </p:sp>
      <p:sp>
        <p:nvSpPr>
          <p:cNvPr id="308" name="Google Shape;308;p86"/>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9" name="Google Shape;309;p86"/>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86"/>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11" name="Google Shape;311;p86"/>
          <p:cNvCxnSpPr/>
          <p:nvPr/>
        </p:nvCxnSpPr>
        <p:spPr>
          <a:xfrm>
            <a:off x="-525780" y="1455076"/>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312" name="Google Shape;312;p86"/>
          <p:cNvSpPr txBox="1"/>
          <p:nvPr/>
        </p:nvSpPr>
        <p:spPr>
          <a:xfrm>
            <a:off x="-2406215" y="1340692"/>
            <a:ext cx="1786192" cy="2292935"/>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Using bullets with the indent button:</a:t>
            </a:r>
            <a:endParaRPr/>
          </a:p>
          <a:p>
            <a:pPr indent="0" lvl="0" marL="0" marR="0" rtl="0" algn="l">
              <a:spcBef>
                <a:spcPts val="0"/>
              </a:spcBef>
              <a:spcAft>
                <a:spcPts val="0"/>
              </a:spcAft>
              <a:buNone/>
            </a:pPr>
            <a:r>
              <a:rPr lang="en-US" sz="1100">
                <a:solidFill>
                  <a:schemeClr val="dk1"/>
                </a:solidFill>
                <a:latin typeface="Verdana"/>
                <a:ea typeface="Verdana"/>
                <a:cs typeface="Verdana"/>
                <a:sym typeface="Verdana"/>
              </a:rPr>
              <a:t>Use the indent button to create the text levels with the appropriate bullet in miracle purple.</a:t>
            </a:r>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p:txBody>
      </p:sp>
      <p:pic>
        <p:nvPicPr>
          <p:cNvPr id="313" name="Google Shape;313;p86"/>
          <p:cNvPicPr preferRelativeResize="0"/>
          <p:nvPr/>
        </p:nvPicPr>
        <p:blipFill rotWithShape="1">
          <a:blip r:embed="rId2">
            <a:alphaModFix/>
          </a:blip>
          <a:srcRect b="0" l="0" r="0" t="0"/>
          <a:stretch/>
        </p:blipFill>
        <p:spPr>
          <a:xfrm>
            <a:off x="-2284295" y="2663190"/>
            <a:ext cx="640080" cy="780098"/>
          </a:xfrm>
          <a:prstGeom prst="rect">
            <a:avLst/>
          </a:prstGeom>
          <a:noFill/>
          <a:ln>
            <a:noFill/>
          </a:ln>
        </p:spPr>
      </p:pic>
      <p:cxnSp>
        <p:nvCxnSpPr>
          <p:cNvPr id="314" name="Google Shape;314;p86"/>
          <p:cNvCxnSpPr/>
          <p:nvPr/>
        </p:nvCxnSpPr>
        <p:spPr>
          <a:xfrm rot="10800000">
            <a:off x="9179892" y="815209"/>
            <a:ext cx="604188" cy="0"/>
          </a:xfrm>
          <a:prstGeom prst="straightConnector1">
            <a:avLst/>
          </a:prstGeom>
          <a:noFill/>
          <a:ln cap="flat" cmpd="sng" w="9525">
            <a:solidFill>
              <a:schemeClr val="accent1"/>
            </a:solidFill>
            <a:prstDash val="solid"/>
            <a:miter lim="800000"/>
            <a:headEnd len="sm" w="sm" type="none"/>
            <a:tailEnd len="med" w="med" type="triangle"/>
          </a:ln>
        </p:spPr>
      </p:cxnSp>
      <p:sp>
        <p:nvSpPr>
          <p:cNvPr id="315" name="Google Shape;315;p86"/>
          <p:cNvSpPr txBox="1"/>
          <p:nvPr/>
        </p:nvSpPr>
        <p:spPr>
          <a:xfrm>
            <a:off x="9886077" y="699694"/>
            <a:ext cx="1786192" cy="330859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p:txBody>
      </p:sp>
      <p:pic>
        <p:nvPicPr>
          <p:cNvPr id="316" name="Google Shape;316;p86"/>
          <p:cNvPicPr preferRelativeResize="0"/>
          <p:nvPr/>
        </p:nvPicPr>
        <p:blipFill rotWithShape="1">
          <a:blip r:embed="rId3">
            <a:alphaModFix/>
          </a:blip>
          <a:srcRect b="0" l="0" r="0" t="0"/>
          <a:stretch/>
        </p:blipFill>
        <p:spPr>
          <a:xfrm>
            <a:off x="10125349" y="3183019"/>
            <a:ext cx="371475" cy="7524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Numbers">
  <p:cSld name="Title, Content and Numbers">
    <p:spTree>
      <p:nvGrpSpPr>
        <p:cNvPr id="317" name="Shape 317"/>
        <p:cNvGrpSpPr/>
        <p:nvPr/>
      </p:nvGrpSpPr>
      <p:grpSpPr>
        <a:xfrm>
          <a:off x="0" y="0"/>
          <a:ext cx="0" cy="0"/>
          <a:chOff x="0" y="0"/>
          <a:chExt cx="0" cy="0"/>
        </a:xfrm>
      </p:grpSpPr>
      <p:sp>
        <p:nvSpPr>
          <p:cNvPr id="318" name="Google Shape;318;p87"/>
          <p:cNvSpPr/>
          <p:nvPr/>
        </p:nvSpPr>
        <p:spPr>
          <a:xfrm>
            <a:off x="0" y="0"/>
            <a:ext cx="2797200" cy="5143500"/>
          </a:xfrm>
          <a:prstGeom prst="rect">
            <a:avLst/>
          </a:prstGeom>
          <a:solidFill>
            <a:srgbClr val="E9E6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19" name="Google Shape;319;p87"/>
          <p:cNvSpPr txBox="1"/>
          <p:nvPr>
            <p:ph type="title"/>
          </p:nvPr>
        </p:nvSpPr>
        <p:spPr>
          <a:xfrm>
            <a:off x="331200" y="289130"/>
            <a:ext cx="2118055"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87"/>
          <p:cNvSpPr txBox="1"/>
          <p:nvPr>
            <p:ph idx="1" type="body"/>
          </p:nvPr>
        </p:nvSpPr>
        <p:spPr>
          <a:xfrm>
            <a:off x="333730" y="1071318"/>
            <a:ext cx="2116800"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1"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1" name="Google Shape;321;p87"/>
          <p:cNvSpPr txBox="1"/>
          <p:nvPr>
            <p:ph idx="2" type="body"/>
          </p:nvPr>
        </p:nvSpPr>
        <p:spPr>
          <a:xfrm>
            <a:off x="331526" y="1319303"/>
            <a:ext cx="2116800" cy="3207727"/>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2" name="Google Shape;322;p87"/>
          <p:cNvSpPr txBox="1"/>
          <p:nvPr>
            <p:ph idx="3" type="body"/>
          </p:nvPr>
        </p:nvSpPr>
        <p:spPr>
          <a:xfrm>
            <a:off x="3025070" y="289130"/>
            <a:ext cx="883540" cy="2076811"/>
          </a:xfrm>
          <a:prstGeom prst="rect">
            <a:avLst/>
          </a:prstGeom>
          <a:noFill/>
          <a:ln>
            <a:noFill/>
          </a:ln>
        </p:spPr>
        <p:txBody>
          <a:bodyPr anchorCtr="0" anchor="t" bIns="0" lIns="0" spcFirstLastPara="1" rIns="0" wrap="square" tIns="0">
            <a:noAutofit/>
          </a:bodyPr>
          <a:lstStyle>
            <a:lvl1pPr indent="-228600" lvl="0" marL="457200" algn="r">
              <a:lnSpc>
                <a:spcPct val="110000"/>
              </a:lnSpc>
              <a:spcBef>
                <a:spcPts val="0"/>
              </a:spcBef>
              <a:spcAft>
                <a:spcPts val="0"/>
              </a:spcAft>
              <a:buClr>
                <a:schemeClr val="dk1"/>
              </a:buClr>
              <a:buSzPts val="1400"/>
              <a:buNone/>
              <a:defRPr sz="1400" cap="none">
                <a:solidFill>
                  <a:schemeClr val="dk1"/>
                </a:solidFill>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3" name="Google Shape;323;p87"/>
          <p:cNvSpPr txBox="1"/>
          <p:nvPr>
            <p:ph idx="4" type="body"/>
          </p:nvPr>
        </p:nvSpPr>
        <p:spPr>
          <a:xfrm>
            <a:off x="4051561" y="314154"/>
            <a:ext cx="1034787"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4" name="Google Shape;324;p87"/>
          <p:cNvSpPr/>
          <p:nvPr>
            <p:ph idx="5" type="pic"/>
          </p:nvPr>
        </p:nvSpPr>
        <p:spPr>
          <a:xfrm>
            <a:off x="4051562" y="1005989"/>
            <a:ext cx="1034787" cy="1364400"/>
          </a:xfrm>
          <a:prstGeom prst="rect">
            <a:avLst/>
          </a:prstGeom>
          <a:noFill/>
          <a:ln>
            <a:noFill/>
          </a:ln>
        </p:spPr>
      </p:sp>
      <p:sp>
        <p:nvSpPr>
          <p:cNvPr id="325" name="Google Shape;325;p87"/>
          <p:cNvSpPr txBox="1"/>
          <p:nvPr>
            <p:ph idx="6" type="body"/>
          </p:nvPr>
        </p:nvSpPr>
        <p:spPr>
          <a:xfrm>
            <a:off x="4051562" y="2515557"/>
            <a:ext cx="1034787" cy="49288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6" name="Google Shape;326;p87"/>
          <p:cNvSpPr txBox="1"/>
          <p:nvPr>
            <p:ph idx="7" type="body"/>
          </p:nvPr>
        </p:nvSpPr>
        <p:spPr>
          <a:xfrm>
            <a:off x="4051562"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7" name="Google Shape;327;p87"/>
          <p:cNvSpPr txBox="1"/>
          <p:nvPr>
            <p:ph idx="8" type="body"/>
          </p:nvPr>
        </p:nvSpPr>
        <p:spPr>
          <a:xfrm>
            <a:off x="5296499" y="314154"/>
            <a:ext cx="1034786"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8" name="Google Shape;328;p87"/>
          <p:cNvSpPr/>
          <p:nvPr>
            <p:ph idx="9" type="pic"/>
          </p:nvPr>
        </p:nvSpPr>
        <p:spPr>
          <a:xfrm>
            <a:off x="5296499" y="1005989"/>
            <a:ext cx="1034787" cy="1364400"/>
          </a:xfrm>
          <a:prstGeom prst="rect">
            <a:avLst/>
          </a:prstGeom>
          <a:noFill/>
          <a:ln>
            <a:noFill/>
          </a:ln>
        </p:spPr>
      </p:sp>
      <p:sp>
        <p:nvSpPr>
          <p:cNvPr id="329" name="Google Shape;329;p87"/>
          <p:cNvSpPr txBox="1"/>
          <p:nvPr>
            <p:ph idx="13" type="body"/>
          </p:nvPr>
        </p:nvSpPr>
        <p:spPr>
          <a:xfrm>
            <a:off x="5296498" y="2509781"/>
            <a:ext cx="1034787"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0" name="Google Shape;330;p87"/>
          <p:cNvSpPr txBox="1"/>
          <p:nvPr>
            <p:ph idx="14" type="body"/>
          </p:nvPr>
        </p:nvSpPr>
        <p:spPr>
          <a:xfrm>
            <a:off x="5296498"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1" name="Google Shape;331;p87"/>
          <p:cNvSpPr txBox="1"/>
          <p:nvPr>
            <p:ph idx="15" type="body"/>
          </p:nvPr>
        </p:nvSpPr>
        <p:spPr>
          <a:xfrm>
            <a:off x="6541435" y="314154"/>
            <a:ext cx="1034785"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2" name="Google Shape;332;p87"/>
          <p:cNvSpPr/>
          <p:nvPr>
            <p:ph idx="16" type="pic"/>
          </p:nvPr>
        </p:nvSpPr>
        <p:spPr>
          <a:xfrm>
            <a:off x="6541436" y="1005989"/>
            <a:ext cx="1034787" cy="1364400"/>
          </a:xfrm>
          <a:prstGeom prst="rect">
            <a:avLst/>
          </a:prstGeom>
          <a:noFill/>
          <a:ln>
            <a:noFill/>
          </a:ln>
        </p:spPr>
      </p:sp>
      <p:sp>
        <p:nvSpPr>
          <p:cNvPr id="333" name="Google Shape;333;p87"/>
          <p:cNvSpPr txBox="1"/>
          <p:nvPr>
            <p:ph idx="17" type="body"/>
          </p:nvPr>
        </p:nvSpPr>
        <p:spPr>
          <a:xfrm>
            <a:off x="6541433" y="2509781"/>
            <a:ext cx="1034787"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4" name="Google Shape;334;p87"/>
          <p:cNvSpPr txBox="1"/>
          <p:nvPr>
            <p:ph idx="18" type="body"/>
          </p:nvPr>
        </p:nvSpPr>
        <p:spPr>
          <a:xfrm>
            <a:off x="6541433"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5" name="Google Shape;335;p87"/>
          <p:cNvSpPr txBox="1"/>
          <p:nvPr>
            <p:ph idx="19" type="body"/>
          </p:nvPr>
        </p:nvSpPr>
        <p:spPr>
          <a:xfrm>
            <a:off x="7786372" y="314154"/>
            <a:ext cx="1034785"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6" name="Google Shape;336;p87"/>
          <p:cNvSpPr/>
          <p:nvPr>
            <p:ph idx="20" type="pic"/>
          </p:nvPr>
        </p:nvSpPr>
        <p:spPr>
          <a:xfrm>
            <a:off x="7786373" y="1005989"/>
            <a:ext cx="1034787" cy="1364400"/>
          </a:xfrm>
          <a:prstGeom prst="rect">
            <a:avLst/>
          </a:prstGeom>
          <a:noFill/>
          <a:ln>
            <a:noFill/>
          </a:ln>
        </p:spPr>
      </p:sp>
      <p:sp>
        <p:nvSpPr>
          <p:cNvPr id="337" name="Google Shape;337;p87"/>
          <p:cNvSpPr txBox="1"/>
          <p:nvPr>
            <p:ph idx="21" type="body"/>
          </p:nvPr>
        </p:nvSpPr>
        <p:spPr>
          <a:xfrm>
            <a:off x="7786367" y="2509781"/>
            <a:ext cx="1034787"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8" name="Google Shape;338;p87"/>
          <p:cNvSpPr txBox="1"/>
          <p:nvPr>
            <p:ph idx="22" type="body"/>
          </p:nvPr>
        </p:nvSpPr>
        <p:spPr>
          <a:xfrm>
            <a:off x="7786367"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pic>
        <p:nvPicPr>
          <p:cNvPr id="339" name="Google Shape;339;p87"/>
          <p:cNvPicPr preferRelativeResize="0"/>
          <p:nvPr/>
        </p:nvPicPr>
        <p:blipFill rotWithShape="1">
          <a:blip r:embed="rId2">
            <a:alphaModFix/>
          </a:blip>
          <a:srcRect b="0" l="0" r="0" t="0"/>
          <a:stretch/>
        </p:blipFill>
        <p:spPr>
          <a:xfrm>
            <a:off x="174822" y="4596340"/>
            <a:ext cx="1157201" cy="533712"/>
          </a:xfrm>
          <a:prstGeom prst="rect">
            <a:avLst/>
          </a:prstGeom>
          <a:noFill/>
          <a:ln>
            <a:noFill/>
          </a:ln>
        </p:spPr>
      </p:pic>
      <p:sp>
        <p:nvSpPr>
          <p:cNvPr id="340" name="Google Shape;340;p87"/>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1" name="Google Shape;341;p87"/>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2" name="Google Shape;342;p87"/>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43" name="Google Shape;343;p87"/>
          <p:cNvCxnSpPr/>
          <p:nvPr/>
        </p:nvCxnSpPr>
        <p:spPr>
          <a:xfrm rot="10800000">
            <a:off x="9210372" y="1374041"/>
            <a:ext cx="604188" cy="0"/>
          </a:xfrm>
          <a:prstGeom prst="straightConnector1">
            <a:avLst/>
          </a:prstGeom>
          <a:noFill/>
          <a:ln cap="flat" cmpd="sng" w="9525">
            <a:solidFill>
              <a:schemeClr val="accent1"/>
            </a:solidFill>
            <a:prstDash val="solid"/>
            <a:miter lim="800000"/>
            <a:headEnd len="sm" w="sm" type="none"/>
            <a:tailEnd len="med" w="med" type="triangle"/>
          </a:ln>
        </p:spPr>
      </p:cxnSp>
      <p:sp>
        <p:nvSpPr>
          <p:cNvPr id="344" name="Google Shape;344;p87"/>
          <p:cNvSpPr txBox="1"/>
          <p:nvPr/>
        </p:nvSpPr>
        <p:spPr>
          <a:xfrm>
            <a:off x="9905193" y="121617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345" name="Google Shape;345;p87"/>
          <p:cNvPicPr preferRelativeResize="0"/>
          <p:nvPr/>
        </p:nvPicPr>
        <p:blipFill rotWithShape="1">
          <a:blip r:embed="rId3">
            <a:alphaModFix/>
          </a:blip>
          <a:srcRect b="0" l="0" r="0" t="0"/>
          <a:stretch/>
        </p:blipFill>
        <p:spPr>
          <a:xfrm>
            <a:off x="10172647" y="3678134"/>
            <a:ext cx="307086" cy="6220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Numbers (Dark)">
  <p:cSld name="Title, Content and Numbers (Dark)">
    <p:spTree>
      <p:nvGrpSpPr>
        <p:cNvPr id="346" name="Shape 346"/>
        <p:cNvGrpSpPr/>
        <p:nvPr/>
      </p:nvGrpSpPr>
      <p:grpSpPr>
        <a:xfrm>
          <a:off x="0" y="0"/>
          <a:ext cx="0" cy="0"/>
          <a:chOff x="0" y="0"/>
          <a:chExt cx="0" cy="0"/>
        </a:xfrm>
      </p:grpSpPr>
      <p:sp>
        <p:nvSpPr>
          <p:cNvPr id="347" name="Google Shape;347;p88"/>
          <p:cNvSpPr/>
          <p:nvPr/>
        </p:nvSpPr>
        <p:spPr>
          <a:xfrm>
            <a:off x="0" y="0"/>
            <a:ext cx="27972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348" name="Google Shape;348;p88"/>
          <p:cNvGrpSpPr/>
          <p:nvPr/>
        </p:nvGrpSpPr>
        <p:grpSpPr>
          <a:xfrm>
            <a:off x="331191" y="4746709"/>
            <a:ext cx="804755" cy="207184"/>
            <a:chOff x="4767702" y="-472136"/>
            <a:chExt cx="745525" cy="191931"/>
          </a:xfrm>
        </p:grpSpPr>
        <p:sp>
          <p:nvSpPr>
            <p:cNvPr id="349" name="Google Shape;349;p88"/>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350" name="Google Shape;350;p88"/>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351" name="Google Shape;351;p88"/>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352" name="Google Shape;352;p88"/>
          <p:cNvSpPr txBox="1"/>
          <p:nvPr>
            <p:ph type="title"/>
          </p:nvPr>
        </p:nvSpPr>
        <p:spPr>
          <a:xfrm>
            <a:off x="331200" y="288000"/>
            <a:ext cx="2118055"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88"/>
          <p:cNvSpPr txBox="1"/>
          <p:nvPr>
            <p:ph idx="1" type="body"/>
          </p:nvPr>
        </p:nvSpPr>
        <p:spPr>
          <a:xfrm>
            <a:off x="333730" y="1071318"/>
            <a:ext cx="2116800"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lt1"/>
              </a:buClr>
              <a:buSzPts val="1400"/>
              <a:buNone/>
              <a:defRPr b="0" i="0" sz="1400">
                <a:solidFill>
                  <a:schemeClr val="lt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4" name="Google Shape;354;p88"/>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2"/>
              </a:buClr>
              <a:buSzPts val="1400"/>
              <a:buNone/>
              <a:defRPr>
                <a:solidFill>
                  <a:schemeClr val="dk2"/>
                </a:solidFill>
              </a:defRPr>
            </a:lvl1pPr>
            <a:lvl2pPr indent="-317500" lvl="1" marL="914400" algn="l">
              <a:lnSpc>
                <a:spcPct val="125000"/>
              </a:lnSpc>
              <a:spcBef>
                <a:spcPts val="0"/>
              </a:spcBef>
              <a:spcAft>
                <a:spcPts val="0"/>
              </a:spcAft>
              <a:buSzPts val="1400"/>
              <a:buFont typeface="Verdana"/>
              <a:buChar char="•"/>
              <a:defRPr>
                <a:solidFill>
                  <a:schemeClr val="dk2"/>
                </a:solidFill>
              </a:defRPr>
            </a:lvl2pPr>
            <a:lvl3pPr indent="-317500" lvl="2" marL="1371600" algn="l">
              <a:lnSpc>
                <a:spcPct val="125000"/>
              </a:lnSpc>
              <a:spcBef>
                <a:spcPts val="0"/>
              </a:spcBef>
              <a:spcAft>
                <a:spcPts val="0"/>
              </a:spcAft>
              <a:buSzPts val="1400"/>
              <a:buFont typeface="Verdana"/>
              <a:buChar char="•"/>
              <a:defRPr>
                <a:solidFill>
                  <a:schemeClr val="dk2"/>
                </a:solidFill>
              </a:defRPr>
            </a:lvl3pPr>
            <a:lvl4pPr indent="-317500" lvl="3" marL="1828800" algn="l">
              <a:lnSpc>
                <a:spcPct val="125000"/>
              </a:lnSpc>
              <a:spcBef>
                <a:spcPts val="0"/>
              </a:spcBef>
              <a:spcAft>
                <a:spcPts val="0"/>
              </a:spcAft>
              <a:buSzPts val="1400"/>
              <a:buFont typeface="Verdana"/>
              <a:buChar char="•"/>
              <a:defRPr>
                <a:solidFill>
                  <a:schemeClr val="dk2"/>
                </a:solidFill>
              </a:defRPr>
            </a:lvl4pPr>
            <a:lvl5pPr indent="-317500" lvl="4" marL="2286000" algn="l">
              <a:lnSpc>
                <a:spcPct val="125000"/>
              </a:lnSpc>
              <a:spcBef>
                <a:spcPts val="0"/>
              </a:spcBef>
              <a:spcAft>
                <a:spcPts val="0"/>
              </a:spcAft>
              <a:buSzPts val="1400"/>
              <a:buChar char="•"/>
              <a:defRPr>
                <a:solidFill>
                  <a:schemeClr val="dk2"/>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5" name="Google Shape;355;p88"/>
          <p:cNvSpPr txBox="1"/>
          <p:nvPr>
            <p:ph idx="3" type="body"/>
          </p:nvPr>
        </p:nvSpPr>
        <p:spPr>
          <a:xfrm>
            <a:off x="3025070" y="288000"/>
            <a:ext cx="883540" cy="2076811"/>
          </a:xfrm>
          <a:prstGeom prst="rect">
            <a:avLst/>
          </a:prstGeom>
          <a:noFill/>
          <a:ln>
            <a:noFill/>
          </a:ln>
        </p:spPr>
        <p:txBody>
          <a:bodyPr anchorCtr="0" anchor="t" bIns="0" lIns="0" spcFirstLastPara="1" rIns="0" wrap="square" tIns="0">
            <a:noAutofit/>
          </a:bodyPr>
          <a:lstStyle>
            <a:lvl1pPr indent="-228600" lvl="0" marL="457200" algn="r">
              <a:lnSpc>
                <a:spcPct val="110000"/>
              </a:lnSpc>
              <a:spcBef>
                <a:spcPts val="0"/>
              </a:spcBef>
              <a:spcAft>
                <a:spcPts val="0"/>
              </a:spcAft>
              <a:buClr>
                <a:schemeClr val="dk1"/>
              </a:buClr>
              <a:buSzPts val="1400"/>
              <a:buNone/>
              <a:defRPr sz="1400" cap="none">
                <a:solidFill>
                  <a:schemeClr val="dk1"/>
                </a:solidFill>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6" name="Google Shape;356;p88"/>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88"/>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58" name="Google Shape;358;p88"/>
          <p:cNvSpPr txBox="1"/>
          <p:nvPr>
            <p:ph idx="4" type="body"/>
          </p:nvPr>
        </p:nvSpPr>
        <p:spPr>
          <a:xfrm>
            <a:off x="4051561" y="313024"/>
            <a:ext cx="1034787"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9" name="Google Shape;359;p88"/>
          <p:cNvSpPr/>
          <p:nvPr>
            <p:ph idx="5" type="pic"/>
          </p:nvPr>
        </p:nvSpPr>
        <p:spPr>
          <a:xfrm>
            <a:off x="4051562" y="1004859"/>
            <a:ext cx="1034787" cy="1364400"/>
          </a:xfrm>
          <a:prstGeom prst="rect">
            <a:avLst/>
          </a:prstGeom>
          <a:noFill/>
          <a:ln>
            <a:noFill/>
          </a:ln>
        </p:spPr>
      </p:sp>
      <p:sp>
        <p:nvSpPr>
          <p:cNvPr id="360" name="Google Shape;360;p88"/>
          <p:cNvSpPr txBox="1"/>
          <p:nvPr>
            <p:ph idx="6" type="body"/>
          </p:nvPr>
        </p:nvSpPr>
        <p:spPr>
          <a:xfrm>
            <a:off x="4051562" y="2515557"/>
            <a:ext cx="1034787" cy="49288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1" name="Google Shape;361;p88"/>
          <p:cNvSpPr txBox="1"/>
          <p:nvPr>
            <p:ph idx="7" type="body"/>
          </p:nvPr>
        </p:nvSpPr>
        <p:spPr>
          <a:xfrm>
            <a:off x="4051562"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2" name="Google Shape;362;p88"/>
          <p:cNvSpPr txBox="1"/>
          <p:nvPr>
            <p:ph idx="8" type="body"/>
          </p:nvPr>
        </p:nvSpPr>
        <p:spPr>
          <a:xfrm>
            <a:off x="5296499" y="313024"/>
            <a:ext cx="1034786"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3" name="Google Shape;363;p88"/>
          <p:cNvSpPr/>
          <p:nvPr>
            <p:ph idx="9" type="pic"/>
          </p:nvPr>
        </p:nvSpPr>
        <p:spPr>
          <a:xfrm>
            <a:off x="5296499" y="1004859"/>
            <a:ext cx="1034787" cy="1364400"/>
          </a:xfrm>
          <a:prstGeom prst="rect">
            <a:avLst/>
          </a:prstGeom>
          <a:noFill/>
          <a:ln>
            <a:noFill/>
          </a:ln>
        </p:spPr>
      </p:sp>
      <p:sp>
        <p:nvSpPr>
          <p:cNvPr id="364" name="Google Shape;364;p88"/>
          <p:cNvSpPr txBox="1"/>
          <p:nvPr>
            <p:ph idx="13" type="body"/>
          </p:nvPr>
        </p:nvSpPr>
        <p:spPr>
          <a:xfrm>
            <a:off x="5296498" y="2509781"/>
            <a:ext cx="1034787"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5" name="Google Shape;365;p88"/>
          <p:cNvSpPr txBox="1"/>
          <p:nvPr>
            <p:ph idx="14" type="body"/>
          </p:nvPr>
        </p:nvSpPr>
        <p:spPr>
          <a:xfrm>
            <a:off x="5296498"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6" name="Google Shape;366;p88"/>
          <p:cNvSpPr txBox="1"/>
          <p:nvPr>
            <p:ph idx="15" type="body"/>
          </p:nvPr>
        </p:nvSpPr>
        <p:spPr>
          <a:xfrm>
            <a:off x="6541435" y="313024"/>
            <a:ext cx="1034785"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7" name="Google Shape;367;p88"/>
          <p:cNvSpPr/>
          <p:nvPr>
            <p:ph idx="16" type="pic"/>
          </p:nvPr>
        </p:nvSpPr>
        <p:spPr>
          <a:xfrm>
            <a:off x="6541436" y="1004859"/>
            <a:ext cx="1034787" cy="1364400"/>
          </a:xfrm>
          <a:prstGeom prst="rect">
            <a:avLst/>
          </a:prstGeom>
          <a:noFill/>
          <a:ln>
            <a:noFill/>
          </a:ln>
        </p:spPr>
      </p:sp>
      <p:sp>
        <p:nvSpPr>
          <p:cNvPr id="368" name="Google Shape;368;p88"/>
          <p:cNvSpPr txBox="1"/>
          <p:nvPr>
            <p:ph idx="17" type="body"/>
          </p:nvPr>
        </p:nvSpPr>
        <p:spPr>
          <a:xfrm>
            <a:off x="6541433" y="2509781"/>
            <a:ext cx="1034787"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9" name="Google Shape;369;p88"/>
          <p:cNvSpPr txBox="1"/>
          <p:nvPr>
            <p:ph idx="18" type="body"/>
          </p:nvPr>
        </p:nvSpPr>
        <p:spPr>
          <a:xfrm>
            <a:off x="6541433"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0" name="Google Shape;370;p88"/>
          <p:cNvSpPr txBox="1"/>
          <p:nvPr>
            <p:ph idx="19" type="body"/>
          </p:nvPr>
        </p:nvSpPr>
        <p:spPr>
          <a:xfrm>
            <a:off x="7786372" y="313024"/>
            <a:ext cx="1034785" cy="39921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2600"/>
              <a:buNone/>
              <a:defRPr b="0" i="0" sz="26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1" name="Google Shape;371;p88"/>
          <p:cNvSpPr/>
          <p:nvPr>
            <p:ph idx="20" type="pic"/>
          </p:nvPr>
        </p:nvSpPr>
        <p:spPr>
          <a:xfrm>
            <a:off x="7786373" y="1004859"/>
            <a:ext cx="1034787" cy="1364400"/>
          </a:xfrm>
          <a:prstGeom prst="rect">
            <a:avLst/>
          </a:prstGeom>
          <a:noFill/>
          <a:ln>
            <a:noFill/>
          </a:ln>
        </p:spPr>
      </p:sp>
      <p:sp>
        <p:nvSpPr>
          <p:cNvPr id="372" name="Google Shape;372;p88"/>
          <p:cNvSpPr txBox="1"/>
          <p:nvPr>
            <p:ph idx="21" type="body"/>
          </p:nvPr>
        </p:nvSpPr>
        <p:spPr>
          <a:xfrm>
            <a:off x="7786367" y="2509781"/>
            <a:ext cx="1034787"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3" name="Google Shape;373;p88"/>
          <p:cNvSpPr txBox="1"/>
          <p:nvPr>
            <p:ph idx="22" type="body"/>
          </p:nvPr>
        </p:nvSpPr>
        <p:spPr>
          <a:xfrm>
            <a:off x="7786367" y="3149292"/>
            <a:ext cx="1034787" cy="15299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4" name="Google Shape;374;p88"/>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Numbers (Alternative) (Light)">
  <p:cSld name="Title, Content and Numbers (Alternative) (Light)">
    <p:spTree>
      <p:nvGrpSpPr>
        <p:cNvPr id="375" name="Shape 375"/>
        <p:cNvGrpSpPr/>
        <p:nvPr/>
      </p:nvGrpSpPr>
      <p:grpSpPr>
        <a:xfrm>
          <a:off x="0" y="0"/>
          <a:ext cx="0" cy="0"/>
          <a:chOff x="0" y="0"/>
          <a:chExt cx="0" cy="0"/>
        </a:xfrm>
      </p:grpSpPr>
      <p:sp>
        <p:nvSpPr>
          <p:cNvPr id="376" name="Google Shape;376;p89"/>
          <p:cNvSpPr/>
          <p:nvPr/>
        </p:nvSpPr>
        <p:spPr>
          <a:xfrm>
            <a:off x="0" y="0"/>
            <a:ext cx="2797200" cy="5143500"/>
          </a:xfrm>
          <a:prstGeom prst="rect">
            <a:avLst/>
          </a:prstGeom>
          <a:solidFill>
            <a:srgbClr val="E9E6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377" name="Google Shape;377;p89"/>
          <p:cNvGrpSpPr/>
          <p:nvPr/>
        </p:nvGrpSpPr>
        <p:grpSpPr>
          <a:xfrm>
            <a:off x="331191" y="4746709"/>
            <a:ext cx="804755" cy="207184"/>
            <a:chOff x="4767702" y="-472136"/>
            <a:chExt cx="745525" cy="191931"/>
          </a:xfrm>
        </p:grpSpPr>
        <p:sp>
          <p:nvSpPr>
            <p:cNvPr id="378" name="Google Shape;378;p89"/>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379" name="Google Shape;379;p89"/>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380" name="Google Shape;380;p89"/>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381" name="Google Shape;381;p89"/>
          <p:cNvSpPr txBox="1"/>
          <p:nvPr>
            <p:ph type="title"/>
          </p:nvPr>
        </p:nvSpPr>
        <p:spPr>
          <a:xfrm>
            <a:off x="331200" y="288000"/>
            <a:ext cx="2126222"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89"/>
          <p:cNvSpPr txBox="1"/>
          <p:nvPr>
            <p:ph idx="1" type="body"/>
          </p:nvPr>
        </p:nvSpPr>
        <p:spPr>
          <a:xfrm>
            <a:off x="333729" y="1071318"/>
            <a:ext cx="2118055"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3" name="Google Shape;383;p89"/>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4" name="Google Shape;384;p89"/>
          <p:cNvSpPr txBox="1"/>
          <p:nvPr>
            <p:ph idx="3" type="body"/>
          </p:nvPr>
        </p:nvSpPr>
        <p:spPr>
          <a:xfrm>
            <a:off x="3264208" y="739124"/>
            <a:ext cx="5546062" cy="214995"/>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1400"/>
              <a:buNone/>
              <a:defRPr sz="1400">
                <a:solidFill>
                  <a:schemeClr val="dk1"/>
                </a:solidFill>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5" name="Google Shape;385;p89"/>
          <p:cNvSpPr txBox="1"/>
          <p:nvPr>
            <p:ph idx="4" type="body"/>
          </p:nvPr>
        </p:nvSpPr>
        <p:spPr>
          <a:xfrm>
            <a:off x="3262749"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6" name="Google Shape;386;p89"/>
          <p:cNvSpPr txBox="1"/>
          <p:nvPr>
            <p:ph idx="5" type="body"/>
          </p:nvPr>
        </p:nvSpPr>
        <p:spPr>
          <a:xfrm>
            <a:off x="3262749" y="2211873"/>
            <a:ext cx="1268510" cy="49288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7" name="Google Shape;387;p89"/>
          <p:cNvSpPr txBox="1"/>
          <p:nvPr>
            <p:ph idx="6" type="body"/>
          </p:nvPr>
        </p:nvSpPr>
        <p:spPr>
          <a:xfrm>
            <a:off x="3262749"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8" name="Google Shape;388;p89"/>
          <p:cNvSpPr txBox="1"/>
          <p:nvPr>
            <p:ph idx="7" type="body"/>
          </p:nvPr>
        </p:nvSpPr>
        <p:spPr>
          <a:xfrm>
            <a:off x="4688351"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9" name="Google Shape;389;p89"/>
          <p:cNvSpPr txBox="1"/>
          <p:nvPr>
            <p:ph idx="8" type="body"/>
          </p:nvPr>
        </p:nvSpPr>
        <p:spPr>
          <a:xfrm>
            <a:off x="4688936"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0" name="Google Shape;390;p89"/>
          <p:cNvSpPr txBox="1"/>
          <p:nvPr>
            <p:ph idx="9" type="body"/>
          </p:nvPr>
        </p:nvSpPr>
        <p:spPr>
          <a:xfrm>
            <a:off x="4688936"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1" name="Google Shape;391;p89"/>
          <p:cNvSpPr txBox="1"/>
          <p:nvPr>
            <p:ph idx="13" type="body"/>
          </p:nvPr>
        </p:nvSpPr>
        <p:spPr>
          <a:xfrm>
            <a:off x="6113953"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2" name="Google Shape;392;p89"/>
          <p:cNvSpPr txBox="1"/>
          <p:nvPr>
            <p:ph idx="14" type="body"/>
          </p:nvPr>
        </p:nvSpPr>
        <p:spPr>
          <a:xfrm>
            <a:off x="6113953"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3" name="Google Shape;393;p89"/>
          <p:cNvSpPr txBox="1"/>
          <p:nvPr>
            <p:ph idx="15" type="body"/>
          </p:nvPr>
        </p:nvSpPr>
        <p:spPr>
          <a:xfrm>
            <a:off x="6113953"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4" name="Google Shape;394;p89"/>
          <p:cNvSpPr txBox="1"/>
          <p:nvPr>
            <p:ph idx="16" type="body"/>
          </p:nvPr>
        </p:nvSpPr>
        <p:spPr>
          <a:xfrm>
            <a:off x="7539556"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5" name="Google Shape;395;p89"/>
          <p:cNvSpPr txBox="1"/>
          <p:nvPr>
            <p:ph idx="17" type="body"/>
          </p:nvPr>
        </p:nvSpPr>
        <p:spPr>
          <a:xfrm>
            <a:off x="7541760"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6" name="Google Shape;396;p89"/>
          <p:cNvSpPr txBox="1"/>
          <p:nvPr>
            <p:ph idx="18" type="body"/>
          </p:nvPr>
        </p:nvSpPr>
        <p:spPr>
          <a:xfrm>
            <a:off x="7541760"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7" name="Google Shape;397;p89"/>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8" name="Google Shape;398;p89"/>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9" name="Google Shape;399;p89"/>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Content and Numbers (Alternative)">
  <p:cSld name="1_Title, Content and Numbers (Alternative)">
    <p:spTree>
      <p:nvGrpSpPr>
        <p:cNvPr id="400" name="Shape 400"/>
        <p:cNvGrpSpPr/>
        <p:nvPr/>
      </p:nvGrpSpPr>
      <p:grpSpPr>
        <a:xfrm>
          <a:off x="0" y="0"/>
          <a:ext cx="0" cy="0"/>
          <a:chOff x="0" y="0"/>
          <a:chExt cx="0" cy="0"/>
        </a:xfrm>
      </p:grpSpPr>
      <p:sp>
        <p:nvSpPr>
          <p:cNvPr id="401" name="Google Shape;401;p90"/>
          <p:cNvSpPr/>
          <p:nvPr/>
        </p:nvSpPr>
        <p:spPr>
          <a:xfrm>
            <a:off x="0" y="0"/>
            <a:ext cx="27972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402" name="Google Shape;402;p90"/>
          <p:cNvGrpSpPr/>
          <p:nvPr/>
        </p:nvGrpSpPr>
        <p:grpSpPr>
          <a:xfrm>
            <a:off x="331191" y="4746709"/>
            <a:ext cx="804755" cy="207184"/>
            <a:chOff x="4767702" y="-472136"/>
            <a:chExt cx="745525" cy="191931"/>
          </a:xfrm>
        </p:grpSpPr>
        <p:sp>
          <p:nvSpPr>
            <p:cNvPr id="403" name="Google Shape;403;p90"/>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404" name="Google Shape;404;p90"/>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405" name="Google Shape;405;p90"/>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406" name="Google Shape;406;p90"/>
          <p:cNvSpPr txBox="1"/>
          <p:nvPr>
            <p:ph type="title"/>
          </p:nvPr>
        </p:nvSpPr>
        <p:spPr>
          <a:xfrm>
            <a:off x="331200" y="288000"/>
            <a:ext cx="2118055"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7" name="Google Shape;407;p90"/>
          <p:cNvSpPr txBox="1"/>
          <p:nvPr>
            <p:ph idx="1" type="body"/>
          </p:nvPr>
        </p:nvSpPr>
        <p:spPr>
          <a:xfrm>
            <a:off x="333730" y="1071318"/>
            <a:ext cx="2116800"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lt1"/>
              </a:buClr>
              <a:buSzPts val="1400"/>
              <a:buNone/>
              <a:defRPr b="0" i="0" sz="1400">
                <a:solidFill>
                  <a:schemeClr val="lt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8" name="Google Shape;408;p90"/>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2"/>
              </a:buClr>
              <a:buSzPts val="1400"/>
              <a:buNone/>
              <a:defRPr>
                <a:solidFill>
                  <a:schemeClr val="dk2"/>
                </a:solidFill>
              </a:defRPr>
            </a:lvl1pPr>
            <a:lvl2pPr indent="-317500" lvl="1" marL="914400" algn="l">
              <a:lnSpc>
                <a:spcPct val="125000"/>
              </a:lnSpc>
              <a:spcBef>
                <a:spcPts val="0"/>
              </a:spcBef>
              <a:spcAft>
                <a:spcPts val="0"/>
              </a:spcAft>
              <a:buSzPts val="1400"/>
              <a:buFont typeface="Verdana"/>
              <a:buChar char="•"/>
              <a:defRPr>
                <a:solidFill>
                  <a:schemeClr val="dk2"/>
                </a:solidFill>
              </a:defRPr>
            </a:lvl2pPr>
            <a:lvl3pPr indent="-317500" lvl="2" marL="1371600" algn="l">
              <a:lnSpc>
                <a:spcPct val="125000"/>
              </a:lnSpc>
              <a:spcBef>
                <a:spcPts val="0"/>
              </a:spcBef>
              <a:spcAft>
                <a:spcPts val="0"/>
              </a:spcAft>
              <a:buSzPts val="1400"/>
              <a:buFont typeface="Verdana"/>
              <a:buChar char="•"/>
              <a:defRPr>
                <a:solidFill>
                  <a:schemeClr val="dk2"/>
                </a:solidFill>
              </a:defRPr>
            </a:lvl3pPr>
            <a:lvl4pPr indent="-317500" lvl="3" marL="1828800" algn="l">
              <a:lnSpc>
                <a:spcPct val="125000"/>
              </a:lnSpc>
              <a:spcBef>
                <a:spcPts val="0"/>
              </a:spcBef>
              <a:spcAft>
                <a:spcPts val="0"/>
              </a:spcAft>
              <a:buSzPts val="1400"/>
              <a:buFont typeface="Verdana"/>
              <a:buChar char="•"/>
              <a:defRPr>
                <a:solidFill>
                  <a:schemeClr val="dk2"/>
                </a:solidFill>
              </a:defRPr>
            </a:lvl4pPr>
            <a:lvl5pPr indent="-317500" lvl="4" marL="2286000" algn="l">
              <a:lnSpc>
                <a:spcPct val="125000"/>
              </a:lnSpc>
              <a:spcBef>
                <a:spcPts val="0"/>
              </a:spcBef>
              <a:spcAft>
                <a:spcPts val="0"/>
              </a:spcAft>
              <a:buSzPts val="1400"/>
              <a:buChar char="•"/>
              <a:defRPr>
                <a:solidFill>
                  <a:schemeClr val="dk2"/>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9" name="Google Shape;409;p90"/>
          <p:cNvSpPr txBox="1"/>
          <p:nvPr>
            <p:ph idx="3" type="body"/>
          </p:nvPr>
        </p:nvSpPr>
        <p:spPr>
          <a:xfrm>
            <a:off x="3264208" y="739124"/>
            <a:ext cx="5546062" cy="214995"/>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1400"/>
              <a:buNone/>
              <a:defRPr sz="1400">
                <a:solidFill>
                  <a:schemeClr val="dk1"/>
                </a:solidFill>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0" name="Google Shape;410;p90"/>
          <p:cNvSpPr txBox="1"/>
          <p:nvPr>
            <p:ph idx="4" type="body"/>
          </p:nvPr>
        </p:nvSpPr>
        <p:spPr>
          <a:xfrm>
            <a:off x="3262749"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1" name="Google Shape;411;p90"/>
          <p:cNvSpPr txBox="1"/>
          <p:nvPr>
            <p:ph idx="5" type="body"/>
          </p:nvPr>
        </p:nvSpPr>
        <p:spPr>
          <a:xfrm>
            <a:off x="3262749" y="2211873"/>
            <a:ext cx="1268510" cy="49288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2" name="Google Shape;412;p90"/>
          <p:cNvSpPr txBox="1"/>
          <p:nvPr>
            <p:ph idx="6" type="body"/>
          </p:nvPr>
        </p:nvSpPr>
        <p:spPr>
          <a:xfrm>
            <a:off x="3262749"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3" name="Google Shape;413;p90"/>
          <p:cNvSpPr txBox="1"/>
          <p:nvPr>
            <p:ph idx="7" type="body"/>
          </p:nvPr>
        </p:nvSpPr>
        <p:spPr>
          <a:xfrm>
            <a:off x="4688351"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4" name="Google Shape;414;p90"/>
          <p:cNvSpPr txBox="1"/>
          <p:nvPr>
            <p:ph idx="8" type="body"/>
          </p:nvPr>
        </p:nvSpPr>
        <p:spPr>
          <a:xfrm>
            <a:off x="4688936"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5" name="Google Shape;415;p90"/>
          <p:cNvSpPr txBox="1"/>
          <p:nvPr>
            <p:ph idx="9" type="body"/>
          </p:nvPr>
        </p:nvSpPr>
        <p:spPr>
          <a:xfrm>
            <a:off x="4688936"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6" name="Google Shape;416;p90"/>
          <p:cNvSpPr txBox="1"/>
          <p:nvPr>
            <p:ph idx="13" type="body"/>
          </p:nvPr>
        </p:nvSpPr>
        <p:spPr>
          <a:xfrm>
            <a:off x="6113953"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7" name="Google Shape;417;p90"/>
          <p:cNvSpPr txBox="1"/>
          <p:nvPr>
            <p:ph idx="14" type="body"/>
          </p:nvPr>
        </p:nvSpPr>
        <p:spPr>
          <a:xfrm>
            <a:off x="6113953"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8" name="Google Shape;418;p90"/>
          <p:cNvSpPr txBox="1"/>
          <p:nvPr>
            <p:ph idx="15" type="body"/>
          </p:nvPr>
        </p:nvSpPr>
        <p:spPr>
          <a:xfrm>
            <a:off x="6113953"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9" name="Google Shape;419;p90"/>
          <p:cNvSpPr txBox="1"/>
          <p:nvPr>
            <p:ph idx="16" type="body"/>
          </p:nvPr>
        </p:nvSpPr>
        <p:spPr>
          <a:xfrm>
            <a:off x="7539556"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0" name="Google Shape;420;p90"/>
          <p:cNvSpPr txBox="1"/>
          <p:nvPr>
            <p:ph idx="17" type="body"/>
          </p:nvPr>
        </p:nvSpPr>
        <p:spPr>
          <a:xfrm>
            <a:off x="7541760"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1" name="Google Shape;421;p90"/>
          <p:cNvSpPr txBox="1"/>
          <p:nvPr>
            <p:ph idx="18" type="body"/>
          </p:nvPr>
        </p:nvSpPr>
        <p:spPr>
          <a:xfrm>
            <a:off x="7541760"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2" name="Google Shape;422;p90"/>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90"/>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4" name="Google Shape;424;p90"/>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isual &amp; Columns">
  <p:cSld name="1_Visual &amp; Columns">
    <p:spTree>
      <p:nvGrpSpPr>
        <p:cNvPr id="425" name="Shape 425"/>
        <p:cNvGrpSpPr/>
        <p:nvPr/>
      </p:nvGrpSpPr>
      <p:grpSpPr>
        <a:xfrm>
          <a:off x="0" y="0"/>
          <a:ext cx="0" cy="0"/>
          <a:chOff x="0" y="0"/>
          <a:chExt cx="0" cy="0"/>
        </a:xfrm>
      </p:grpSpPr>
      <p:sp>
        <p:nvSpPr>
          <p:cNvPr id="426" name="Google Shape;426;p91"/>
          <p:cNvSpPr txBox="1"/>
          <p:nvPr>
            <p:ph type="title"/>
          </p:nvPr>
        </p:nvSpPr>
        <p:spPr>
          <a:xfrm>
            <a:off x="4062730" y="288000"/>
            <a:ext cx="475367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7" name="Google Shape;427;p91"/>
          <p:cNvSpPr txBox="1"/>
          <p:nvPr>
            <p:ph idx="1" type="body"/>
          </p:nvPr>
        </p:nvSpPr>
        <p:spPr>
          <a:xfrm>
            <a:off x="4062730" y="1069097"/>
            <a:ext cx="4748999"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8" name="Google Shape;428;p91"/>
          <p:cNvSpPr/>
          <p:nvPr>
            <p:ph idx="2" type="pic"/>
          </p:nvPr>
        </p:nvSpPr>
        <p:spPr>
          <a:xfrm>
            <a:off x="333731" y="794835"/>
            <a:ext cx="3096000" cy="3074054"/>
          </a:xfrm>
          <a:prstGeom prst="rect">
            <a:avLst/>
          </a:prstGeom>
          <a:noFill/>
          <a:ln>
            <a:noFill/>
          </a:ln>
        </p:spPr>
      </p:sp>
      <p:sp>
        <p:nvSpPr>
          <p:cNvPr id="429" name="Google Shape;429;p91"/>
          <p:cNvSpPr/>
          <p:nvPr>
            <p:ph idx="3" type="pic"/>
          </p:nvPr>
        </p:nvSpPr>
        <p:spPr>
          <a:xfrm>
            <a:off x="4064737" y="1583483"/>
            <a:ext cx="688883" cy="684000"/>
          </a:xfrm>
          <a:prstGeom prst="rect">
            <a:avLst/>
          </a:prstGeom>
          <a:noFill/>
          <a:ln>
            <a:noFill/>
          </a:ln>
        </p:spPr>
      </p:sp>
      <p:sp>
        <p:nvSpPr>
          <p:cNvPr id="430" name="Google Shape;430;p91"/>
          <p:cNvSpPr txBox="1"/>
          <p:nvPr>
            <p:ph idx="4" type="body"/>
          </p:nvPr>
        </p:nvSpPr>
        <p:spPr>
          <a:xfrm>
            <a:off x="4066688" y="2597203"/>
            <a:ext cx="1042988" cy="1778521"/>
          </a:xfrm>
          <a:prstGeom prst="rect">
            <a:avLst/>
          </a:prstGeom>
          <a:noFill/>
          <a:ln>
            <a:noFill/>
          </a:ln>
        </p:spPr>
        <p:txBody>
          <a:bodyPr anchorCtr="0" anchor="t" bIns="0" lIns="0" spcFirstLastPara="1" rIns="0" wrap="square" tIns="0">
            <a:noAutofit/>
          </a:bodyPr>
          <a:lstStyle>
            <a:lvl1pPr indent="-317500" lvl="0" marL="457200" algn="l">
              <a:lnSpc>
                <a:spcPct val="125000"/>
              </a:lnSpc>
              <a:spcBef>
                <a:spcPts val="0"/>
              </a:spcBef>
              <a:spcAft>
                <a:spcPts val="0"/>
              </a:spcAft>
              <a:buClr>
                <a:schemeClr val="dk1"/>
              </a:buClr>
              <a:buSzPts val="1400"/>
              <a:buFont typeface="Verdana"/>
              <a:buChar char="•"/>
              <a:defRPr sz="1400"/>
            </a:lvl1pPr>
            <a:lvl2pPr indent="-228600" lvl="1" marL="914400" algn="l">
              <a:lnSpc>
                <a:spcPct val="125000"/>
              </a:lnSpc>
              <a:spcBef>
                <a:spcPts val="0"/>
              </a:spcBef>
              <a:spcAft>
                <a:spcPts val="0"/>
              </a:spcAft>
              <a:buSzPts val="1400"/>
              <a:buFont typeface="Arial"/>
              <a:buNone/>
              <a:defRPr i="1" sz="1400">
                <a:solidFill>
                  <a:schemeClr val="accent2"/>
                </a:solidFill>
                <a:latin typeface="Georgia"/>
                <a:ea typeface="Georgia"/>
                <a:cs typeface="Georgia"/>
                <a:sym typeface="Georgia"/>
              </a:defRPr>
            </a:lvl2pPr>
            <a:lvl3pPr indent="-317500" lvl="2" marL="13716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3pPr>
            <a:lvl4pPr indent="-317500" lvl="3" marL="18288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4pPr>
            <a:lvl5pPr indent="-317500" lvl="4" marL="22860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1" name="Google Shape;431;p91"/>
          <p:cNvSpPr/>
          <p:nvPr>
            <p:ph idx="5" type="pic"/>
          </p:nvPr>
        </p:nvSpPr>
        <p:spPr>
          <a:xfrm>
            <a:off x="5293680" y="1583483"/>
            <a:ext cx="688883" cy="684000"/>
          </a:xfrm>
          <a:prstGeom prst="rect">
            <a:avLst/>
          </a:prstGeom>
          <a:noFill/>
          <a:ln>
            <a:noFill/>
          </a:ln>
        </p:spPr>
      </p:sp>
      <p:sp>
        <p:nvSpPr>
          <p:cNvPr id="432" name="Google Shape;432;p91"/>
          <p:cNvSpPr txBox="1"/>
          <p:nvPr>
            <p:ph idx="6" type="body"/>
          </p:nvPr>
        </p:nvSpPr>
        <p:spPr>
          <a:xfrm>
            <a:off x="5303362" y="2597203"/>
            <a:ext cx="1042988" cy="1778521"/>
          </a:xfrm>
          <a:prstGeom prst="rect">
            <a:avLst/>
          </a:prstGeom>
          <a:noFill/>
          <a:ln>
            <a:noFill/>
          </a:ln>
        </p:spPr>
        <p:txBody>
          <a:bodyPr anchorCtr="0" anchor="t" bIns="0" lIns="0" spcFirstLastPara="1" rIns="0" wrap="square" tIns="0">
            <a:noAutofit/>
          </a:bodyPr>
          <a:lstStyle>
            <a:lvl1pPr indent="-317500" lvl="0" marL="457200" algn="l">
              <a:lnSpc>
                <a:spcPct val="125000"/>
              </a:lnSpc>
              <a:spcBef>
                <a:spcPts val="0"/>
              </a:spcBef>
              <a:spcAft>
                <a:spcPts val="0"/>
              </a:spcAft>
              <a:buClr>
                <a:schemeClr val="dk1"/>
              </a:buClr>
              <a:buSzPts val="1400"/>
              <a:buFont typeface="Verdana"/>
              <a:buChar char="•"/>
              <a:defRPr sz="1400"/>
            </a:lvl1pPr>
            <a:lvl2pPr indent="-228600" lvl="1" marL="914400" algn="l">
              <a:lnSpc>
                <a:spcPct val="125000"/>
              </a:lnSpc>
              <a:spcBef>
                <a:spcPts val="0"/>
              </a:spcBef>
              <a:spcAft>
                <a:spcPts val="0"/>
              </a:spcAft>
              <a:buSzPts val="1400"/>
              <a:buFont typeface="Arial"/>
              <a:buNone/>
              <a:defRPr i="1" sz="1400">
                <a:solidFill>
                  <a:schemeClr val="accent2"/>
                </a:solidFill>
                <a:latin typeface="Georgia"/>
                <a:ea typeface="Georgia"/>
                <a:cs typeface="Georgia"/>
                <a:sym typeface="Georgia"/>
              </a:defRPr>
            </a:lvl2pPr>
            <a:lvl3pPr indent="-317500" lvl="2" marL="13716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3pPr>
            <a:lvl4pPr indent="-317500" lvl="3" marL="18288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4pPr>
            <a:lvl5pPr indent="-317500" lvl="4" marL="22860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3" name="Google Shape;433;p91"/>
          <p:cNvSpPr/>
          <p:nvPr>
            <p:ph idx="7" type="pic"/>
          </p:nvPr>
        </p:nvSpPr>
        <p:spPr>
          <a:xfrm>
            <a:off x="6538280" y="1583483"/>
            <a:ext cx="688883" cy="684000"/>
          </a:xfrm>
          <a:prstGeom prst="rect">
            <a:avLst/>
          </a:prstGeom>
          <a:noFill/>
          <a:ln>
            <a:noFill/>
          </a:ln>
        </p:spPr>
      </p:sp>
      <p:sp>
        <p:nvSpPr>
          <p:cNvPr id="434" name="Google Shape;434;p91"/>
          <p:cNvSpPr txBox="1"/>
          <p:nvPr>
            <p:ph idx="8" type="body"/>
          </p:nvPr>
        </p:nvSpPr>
        <p:spPr>
          <a:xfrm>
            <a:off x="6530643" y="2597203"/>
            <a:ext cx="1042988" cy="1778521"/>
          </a:xfrm>
          <a:prstGeom prst="rect">
            <a:avLst/>
          </a:prstGeom>
          <a:noFill/>
          <a:ln>
            <a:noFill/>
          </a:ln>
        </p:spPr>
        <p:txBody>
          <a:bodyPr anchorCtr="0" anchor="t" bIns="0" lIns="0" spcFirstLastPara="1" rIns="0" wrap="square" tIns="0">
            <a:noAutofit/>
          </a:bodyPr>
          <a:lstStyle>
            <a:lvl1pPr indent="-317500" lvl="0" marL="457200" algn="l">
              <a:lnSpc>
                <a:spcPct val="125000"/>
              </a:lnSpc>
              <a:spcBef>
                <a:spcPts val="0"/>
              </a:spcBef>
              <a:spcAft>
                <a:spcPts val="0"/>
              </a:spcAft>
              <a:buClr>
                <a:schemeClr val="dk1"/>
              </a:buClr>
              <a:buSzPts val="1400"/>
              <a:buFont typeface="Verdana"/>
              <a:buChar char="•"/>
              <a:defRPr sz="1400"/>
            </a:lvl1pPr>
            <a:lvl2pPr indent="-228600" lvl="1" marL="914400" algn="l">
              <a:lnSpc>
                <a:spcPct val="125000"/>
              </a:lnSpc>
              <a:spcBef>
                <a:spcPts val="0"/>
              </a:spcBef>
              <a:spcAft>
                <a:spcPts val="0"/>
              </a:spcAft>
              <a:buSzPts val="1400"/>
              <a:buFont typeface="Arial"/>
              <a:buNone/>
              <a:defRPr i="1" sz="1400">
                <a:solidFill>
                  <a:schemeClr val="accent2"/>
                </a:solidFill>
                <a:latin typeface="Georgia"/>
                <a:ea typeface="Georgia"/>
                <a:cs typeface="Georgia"/>
                <a:sym typeface="Georgia"/>
              </a:defRPr>
            </a:lvl2pPr>
            <a:lvl3pPr indent="-317500" lvl="2" marL="13716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3pPr>
            <a:lvl4pPr indent="-317500" lvl="3" marL="18288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4pPr>
            <a:lvl5pPr indent="-317500" lvl="4" marL="22860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5" name="Google Shape;435;p91"/>
          <p:cNvSpPr/>
          <p:nvPr>
            <p:ph idx="9" type="pic"/>
          </p:nvPr>
        </p:nvSpPr>
        <p:spPr>
          <a:xfrm>
            <a:off x="7767223" y="1583483"/>
            <a:ext cx="688883" cy="684000"/>
          </a:xfrm>
          <a:prstGeom prst="rect">
            <a:avLst/>
          </a:prstGeom>
          <a:noFill/>
          <a:ln>
            <a:noFill/>
          </a:ln>
        </p:spPr>
      </p:sp>
      <p:sp>
        <p:nvSpPr>
          <p:cNvPr id="436" name="Google Shape;436;p91"/>
          <p:cNvSpPr txBox="1"/>
          <p:nvPr>
            <p:ph idx="13" type="body"/>
          </p:nvPr>
        </p:nvSpPr>
        <p:spPr>
          <a:xfrm>
            <a:off x="7767316" y="2597203"/>
            <a:ext cx="1042988" cy="1778521"/>
          </a:xfrm>
          <a:prstGeom prst="rect">
            <a:avLst/>
          </a:prstGeom>
          <a:noFill/>
          <a:ln>
            <a:noFill/>
          </a:ln>
        </p:spPr>
        <p:txBody>
          <a:bodyPr anchorCtr="0" anchor="t" bIns="0" lIns="0" spcFirstLastPara="1" rIns="0" wrap="square" tIns="0">
            <a:noAutofit/>
          </a:bodyPr>
          <a:lstStyle>
            <a:lvl1pPr indent="-317500" lvl="0" marL="457200" algn="l">
              <a:lnSpc>
                <a:spcPct val="125000"/>
              </a:lnSpc>
              <a:spcBef>
                <a:spcPts val="0"/>
              </a:spcBef>
              <a:spcAft>
                <a:spcPts val="0"/>
              </a:spcAft>
              <a:buClr>
                <a:schemeClr val="dk1"/>
              </a:buClr>
              <a:buSzPts val="1400"/>
              <a:buFont typeface="Verdana"/>
              <a:buChar char="•"/>
              <a:defRPr sz="1400"/>
            </a:lvl1pPr>
            <a:lvl2pPr indent="-228600" lvl="1" marL="914400" algn="l">
              <a:lnSpc>
                <a:spcPct val="125000"/>
              </a:lnSpc>
              <a:spcBef>
                <a:spcPts val="0"/>
              </a:spcBef>
              <a:spcAft>
                <a:spcPts val="0"/>
              </a:spcAft>
              <a:buSzPts val="1400"/>
              <a:buFont typeface="Arial"/>
              <a:buNone/>
              <a:defRPr i="1" sz="1400">
                <a:solidFill>
                  <a:schemeClr val="accent2"/>
                </a:solidFill>
                <a:latin typeface="Georgia"/>
                <a:ea typeface="Georgia"/>
                <a:cs typeface="Georgia"/>
                <a:sym typeface="Georgia"/>
              </a:defRPr>
            </a:lvl2pPr>
            <a:lvl3pPr indent="-317500" lvl="2" marL="13716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3pPr>
            <a:lvl4pPr indent="-317500" lvl="3" marL="18288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4pPr>
            <a:lvl5pPr indent="-317500" lvl="4" marL="2286000" algn="l">
              <a:lnSpc>
                <a:spcPct val="125000"/>
              </a:lnSpc>
              <a:spcBef>
                <a:spcPts val="0"/>
              </a:spcBef>
              <a:spcAft>
                <a:spcPts val="0"/>
              </a:spcAft>
              <a:buSzPts val="1400"/>
              <a:buFont typeface="Verdana"/>
              <a:buChar char="•"/>
              <a:defRPr b="0" i="0" sz="1400">
                <a:solidFill>
                  <a:schemeClr val="dk1"/>
                </a:solidFill>
                <a:latin typeface="Verdana"/>
                <a:ea typeface="Verdana"/>
                <a:cs typeface="Verdana"/>
                <a:sym typeface="Verdana"/>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7" name="Google Shape;437;p91"/>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8" name="Google Shape;438;p91"/>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9" name="Google Shape;439;p91"/>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 right">
  <p:cSld name="Content on right">
    <p:spTree>
      <p:nvGrpSpPr>
        <p:cNvPr id="440" name="Shape 440"/>
        <p:cNvGrpSpPr/>
        <p:nvPr/>
      </p:nvGrpSpPr>
      <p:grpSpPr>
        <a:xfrm>
          <a:off x="0" y="0"/>
          <a:ext cx="0" cy="0"/>
          <a:chOff x="0" y="0"/>
          <a:chExt cx="0" cy="0"/>
        </a:xfrm>
      </p:grpSpPr>
      <p:sp>
        <p:nvSpPr>
          <p:cNvPr id="441" name="Google Shape;441;p92"/>
          <p:cNvSpPr/>
          <p:nvPr/>
        </p:nvSpPr>
        <p:spPr>
          <a:xfrm>
            <a:off x="0" y="0"/>
            <a:ext cx="27972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442" name="Google Shape;442;p92"/>
          <p:cNvGrpSpPr/>
          <p:nvPr/>
        </p:nvGrpSpPr>
        <p:grpSpPr>
          <a:xfrm>
            <a:off x="331191" y="4746709"/>
            <a:ext cx="804755" cy="207184"/>
            <a:chOff x="4767702" y="-472136"/>
            <a:chExt cx="745525" cy="191931"/>
          </a:xfrm>
        </p:grpSpPr>
        <p:sp>
          <p:nvSpPr>
            <p:cNvPr id="443" name="Google Shape;443;p92"/>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444" name="Google Shape;444;p92"/>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445" name="Google Shape;445;p92"/>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446" name="Google Shape;446;p92"/>
          <p:cNvSpPr txBox="1"/>
          <p:nvPr>
            <p:ph type="title"/>
          </p:nvPr>
        </p:nvSpPr>
        <p:spPr>
          <a:xfrm>
            <a:off x="331200" y="288000"/>
            <a:ext cx="2118055"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7" name="Google Shape;447;p92"/>
          <p:cNvSpPr txBox="1"/>
          <p:nvPr>
            <p:ph idx="1" type="body"/>
          </p:nvPr>
        </p:nvSpPr>
        <p:spPr>
          <a:xfrm>
            <a:off x="333730" y="1071318"/>
            <a:ext cx="2116800"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lt1"/>
              </a:buClr>
              <a:buSzPts val="1400"/>
              <a:buNone/>
              <a:defRPr b="0" i="0" sz="1400">
                <a:solidFill>
                  <a:schemeClr val="lt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8" name="Google Shape;448;p92"/>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2"/>
              </a:buClr>
              <a:buSzPts val="1400"/>
              <a:buNone/>
              <a:defRPr>
                <a:solidFill>
                  <a:schemeClr val="dk2"/>
                </a:solidFill>
              </a:defRPr>
            </a:lvl1pPr>
            <a:lvl2pPr indent="-317500" lvl="1" marL="914400" algn="l">
              <a:lnSpc>
                <a:spcPct val="125000"/>
              </a:lnSpc>
              <a:spcBef>
                <a:spcPts val="0"/>
              </a:spcBef>
              <a:spcAft>
                <a:spcPts val="0"/>
              </a:spcAft>
              <a:buSzPts val="1400"/>
              <a:buFont typeface="Verdana"/>
              <a:buChar char="•"/>
              <a:defRPr>
                <a:solidFill>
                  <a:schemeClr val="dk2"/>
                </a:solidFill>
              </a:defRPr>
            </a:lvl2pPr>
            <a:lvl3pPr indent="-317500" lvl="2" marL="1371600" algn="l">
              <a:lnSpc>
                <a:spcPct val="125000"/>
              </a:lnSpc>
              <a:spcBef>
                <a:spcPts val="0"/>
              </a:spcBef>
              <a:spcAft>
                <a:spcPts val="0"/>
              </a:spcAft>
              <a:buSzPts val="1400"/>
              <a:buFont typeface="Verdana"/>
              <a:buChar char="•"/>
              <a:defRPr>
                <a:solidFill>
                  <a:schemeClr val="dk2"/>
                </a:solidFill>
              </a:defRPr>
            </a:lvl3pPr>
            <a:lvl4pPr indent="-317500" lvl="3" marL="1828800" algn="l">
              <a:lnSpc>
                <a:spcPct val="125000"/>
              </a:lnSpc>
              <a:spcBef>
                <a:spcPts val="0"/>
              </a:spcBef>
              <a:spcAft>
                <a:spcPts val="0"/>
              </a:spcAft>
              <a:buSzPts val="1400"/>
              <a:buFont typeface="Verdana"/>
              <a:buChar char="•"/>
              <a:defRPr>
                <a:solidFill>
                  <a:schemeClr val="dk2"/>
                </a:solidFill>
              </a:defRPr>
            </a:lvl4pPr>
            <a:lvl5pPr indent="-317500" lvl="4" marL="2286000" algn="l">
              <a:lnSpc>
                <a:spcPct val="125000"/>
              </a:lnSpc>
              <a:spcBef>
                <a:spcPts val="0"/>
              </a:spcBef>
              <a:spcAft>
                <a:spcPts val="0"/>
              </a:spcAft>
              <a:buSzPts val="1400"/>
              <a:buChar char="•"/>
              <a:defRPr>
                <a:solidFill>
                  <a:schemeClr val="dk2"/>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9" name="Google Shape;449;p92"/>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0" name="Google Shape;450;p92"/>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1" name="Google Shape;451;p92"/>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ubjects">
  <p:cSld name="Three Subjects">
    <p:spTree>
      <p:nvGrpSpPr>
        <p:cNvPr id="452" name="Shape 452"/>
        <p:cNvGrpSpPr/>
        <p:nvPr/>
      </p:nvGrpSpPr>
      <p:grpSpPr>
        <a:xfrm>
          <a:off x="0" y="0"/>
          <a:ext cx="0" cy="0"/>
          <a:chOff x="0" y="0"/>
          <a:chExt cx="0" cy="0"/>
        </a:xfrm>
      </p:grpSpPr>
      <p:sp>
        <p:nvSpPr>
          <p:cNvPr id="453" name="Google Shape;453;p93"/>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4" name="Google Shape;454;p93"/>
          <p:cNvSpPr txBox="1"/>
          <p:nvPr>
            <p:ph idx="1" type="body"/>
          </p:nvPr>
        </p:nvSpPr>
        <p:spPr>
          <a:xfrm>
            <a:off x="333730" y="1069097"/>
            <a:ext cx="8477998"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5" name="Google Shape;455;p93"/>
          <p:cNvSpPr/>
          <p:nvPr>
            <p:ph idx="2" type="pic"/>
          </p:nvPr>
        </p:nvSpPr>
        <p:spPr>
          <a:xfrm>
            <a:off x="1414371" y="1690480"/>
            <a:ext cx="1360579" cy="1350936"/>
          </a:xfrm>
          <a:prstGeom prst="rect">
            <a:avLst/>
          </a:prstGeom>
          <a:noFill/>
          <a:ln>
            <a:noFill/>
          </a:ln>
        </p:spPr>
      </p:sp>
      <p:sp>
        <p:nvSpPr>
          <p:cNvPr id="456" name="Google Shape;456;p93"/>
          <p:cNvSpPr txBox="1"/>
          <p:nvPr>
            <p:ph idx="3" type="body"/>
          </p:nvPr>
        </p:nvSpPr>
        <p:spPr>
          <a:xfrm>
            <a:off x="1082841" y="3327027"/>
            <a:ext cx="2023637" cy="77360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600"/>
              <a:buFont typeface="Noto Sans Symbols"/>
              <a:buNone/>
              <a:defRPr b="0" i="1" sz="1600">
                <a:solidFill>
                  <a:schemeClr val="accent2"/>
                </a:solidFill>
                <a:latin typeface="Georgia"/>
                <a:ea typeface="Georgia"/>
                <a:cs typeface="Georgia"/>
                <a:sym typeface="Georgia"/>
              </a:defRPr>
            </a:lvl1pPr>
            <a:lvl2pPr indent="-228600" lvl="1" marL="914400" algn="ctr">
              <a:lnSpc>
                <a:spcPct val="125000"/>
              </a:lnSpc>
              <a:spcBef>
                <a:spcPts val="500"/>
              </a:spcBef>
              <a:spcAft>
                <a:spcPts val="0"/>
              </a:spcAft>
              <a:buSzPts val="1400"/>
              <a:buFont typeface="Arial"/>
              <a:buNone/>
              <a:defRPr b="0" i="0" sz="1400">
                <a:solidFill>
                  <a:schemeClr val="dk1"/>
                </a:solidFill>
                <a:latin typeface="Verdana"/>
                <a:ea typeface="Verdana"/>
                <a:cs typeface="Verdana"/>
                <a:sym typeface="Verdana"/>
              </a:defRPr>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7" name="Google Shape;457;p93"/>
          <p:cNvSpPr/>
          <p:nvPr>
            <p:ph idx="4" type="pic"/>
          </p:nvPr>
        </p:nvSpPr>
        <p:spPr>
          <a:xfrm>
            <a:off x="3932146" y="1690480"/>
            <a:ext cx="1360579" cy="1350936"/>
          </a:xfrm>
          <a:prstGeom prst="rect">
            <a:avLst/>
          </a:prstGeom>
          <a:noFill/>
          <a:ln>
            <a:noFill/>
          </a:ln>
        </p:spPr>
      </p:sp>
      <p:sp>
        <p:nvSpPr>
          <p:cNvPr id="458" name="Google Shape;458;p93"/>
          <p:cNvSpPr txBox="1"/>
          <p:nvPr>
            <p:ph idx="5" type="body"/>
          </p:nvPr>
        </p:nvSpPr>
        <p:spPr>
          <a:xfrm>
            <a:off x="3607273" y="3327027"/>
            <a:ext cx="2023637" cy="77360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600"/>
              <a:buFont typeface="Noto Sans Symbols"/>
              <a:buNone/>
              <a:defRPr b="0" i="1" sz="1600">
                <a:solidFill>
                  <a:schemeClr val="accent2"/>
                </a:solidFill>
                <a:latin typeface="Georgia"/>
                <a:ea typeface="Georgia"/>
                <a:cs typeface="Georgia"/>
                <a:sym typeface="Georgia"/>
              </a:defRPr>
            </a:lvl1pPr>
            <a:lvl2pPr indent="-228600" lvl="1" marL="914400" algn="ctr">
              <a:lnSpc>
                <a:spcPct val="125000"/>
              </a:lnSpc>
              <a:spcBef>
                <a:spcPts val="500"/>
              </a:spcBef>
              <a:spcAft>
                <a:spcPts val="0"/>
              </a:spcAft>
              <a:buSzPts val="1400"/>
              <a:buFont typeface="Arial"/>
              <a:buNone/>
              <a:defRPr b="0" i="0" sz="1400">
                <a:solidFill>
                  <a:schemeClr val="dk1"/>
                </a:solidFill>
                <a:latin typeface="Verdana"/>
                <a:ea typeface="Verdana"/>
                <a:cs typeface="Verdana"/>
                <a:sym typeface="Verdana"/>
              </a:defRPr>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9" name="Google Shape;459;p93"/>
          <p:cNvSpPr/>
          <p:nvPr>
            <p:ph idx="6" type="pic"/>
          </p:nvPr>
        </p:nvSpPr>
        <p:spPr>
          <a:xfrm>
            <a:off x="6456746" y="1690480"/>
            <a:ext cx="1360579" cy="1350936"/>
          </a:xfrm>
          <a:prstGeom prst="rect">
            <a:avLst/>
          </a:prstGeom>
          <a:noFill/>
          <a:ln>
            <a:noFill/>
          </a:ln>
        </p:spPr>
      </p:sp>
      <p:sp>
        <p:nvSpPr>
          <p:cNvPr id="460" name="Google Shape;460;p93"/>
          <p:cNvSpPr txBox="1"/>
          <p:nvPr>
            <p:ph idx="7" type="body"/>
          </p:nvPr>
        </p:nvSpPr>
        <p:spPr>
          <a:xfrm>
            <a:off x="6131706" y="3327027"/>
            <a:ext cx="2023637" cy="77360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600"/>
              <a:buFont typeface="Noto Sans Symbols"/>
              <a:buNone/>
              <a:defRPr b="0" i="1" sz="1600">
                <a:solidFill>
                  <a:schemeClr val="accent2"/>
                </a:solidFill>
                <a:latin typeface="Georgia"/>
                <a:ea typeface="Georgia"/>
                <a:cs typeface="Georgia"/>
                <a:sym typeface="Georgia"/>
              </a:defRPr>
            </a:lvl1pPr>
            <a:lvl2pPr indent="-228600" lvl="1" marL="914400" algn="ctr">
              <a:lnSpc>
                <a:spcPct val="125000"/>
              </a:lnSpc>
              <a:spcBef>
                <a:spcPts val="500"/>
              </a:spcBef>
              <a:spcAft>
                <a:spcPts val="0"/>
              </a:spcAft>
              <a:buSzPts val="1400"/>
              <a:buFont typeface="Arial"/>
              <a:buNone/>
              <a:defRPr b="0" i="0" sz="1400">
                <a:solidFill>
                  <a:schemeClr val="dk1"/>
                </a:solidFill>
                <a:latin typeface="Verdana"/>
                <a:ea typeface="Verdana"/>
                <a:cs typeface="Verdana"/>
                <a:sym typeface="Verdana"/>
              </a:defRPr>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1" name="Google Shape;461;p93"/>
          <p:cNvSpPr txBox="1"/>
          <p:nvPr>
            <p:ph idx="8" type="body"/>
          </p:nvPr>
        </p:nvSpPr>
        <p:spPr>
          <a:xfrm>
            <a:off x="665340" y="4556155"/>
            <a:ext cx="7813319" cy="123111"/>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dk1"/>
              </a:buClr>
              <a:buSzPts val="1200"/>
              <a:buNone/>
              <a:defRPr b="0" i="1" sz="1200">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2" name="Google Shape;462;p93"/>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93"/>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4" name="Google Shape;464;p93"/>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Body_Text&amp;Visual_2columns">
  <p:cSld name="06.Body_Text&amp;Visual_2columns">
    <p:spTree>
      <p:nvGrpSpPr>
        <p:cNvPr id="465" name="Shape 465"/>
        <p:cNvGrpSpPr/>
        <p:nvPr/>
      </p:nvGrpSpPr>
      <p:grpSpPr>
        <a:xfrm>
          <a:off x="0" y="0"/>
          <a:ext cx="0" cy="0"/>
          <a:chOff x="0" y="0"/>
          <a:chExt cx="0" cy="0"/>
        </a:xfrm>
      </p:grpSpPr>
      <p:sp>
        <p:nvSpPr>
          <p:cNvPr id="466" name="Google Shape;466;p94"/>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7" name="Google Shape;467;p94"/>
          <p:cNvSpPr txBox="1"/>
          <p:nvPr>
            <p:ph idx="1" type="body"/>
          </p:nvPr>
        </p:nvSpPr>
        <p:spPr>
          <a:xfrm>
            <a:off x="333730" y="1069097"/>
            <a:ext cx="8477998"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8" name="Google Shape;468;p94"/>
          <p:cNvSpPr txBox="1"/>
          <p:nvPr>
            <p:ph idx="2" type="body"/>
          </p:nvPr>
        </p:nvSpPr>
        <p:spPr>
          <a:xfrm>
            <a:off x="338492" y="1321524"/>
            <a:ext cx="4040381" cy="1615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9" name="Google Shape;469;p94"/>
          <p:cNvSpPr/>
          <p:nvPr>
            <p:ph idx="3" type="pic"/>
          </p:nvPr>
        </p:nvSpPr>
        <p:spPr>
          <a:xfrm>
            <a:off x="333730" y="1592687"/>
            <a:ext cx="1755419" cy="3086579"/>
          </a:xfrm>
          <a:prstGeom prst="rect">
            <a:avLst/>
          </a:prstGeom>
          <a:noFill/>
          <a:ln>
            <a:noFill/>
          </a:ln>
        </p:spPr>
      </p:sp>
      <p:sp>
        <p:nvSpPr>
          <p:cNvPr id="470" name="Google Shape;470;p94"/>
          <p:cNvSpPr txBox="1"/>
          <p:nvPr>
            <p:ph idx="4" type="body"/>
          </p:nvPr>
        </p:nvSpPr>
        <p:spPr>
          <a:xfrm>
            <a:off x="2292107" y="1592687"/>
            <a:ext cx="2086767" cy="308657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08610" lvl="1" marL="914400" marR="0" algn="l">
              <a:lnSpc>
                <a:spcPct val="110000"/>
              </a:lnSpc>
              <a:spcBef>
                <a:spcPts val="0"/>
              </a:spcBef>
              <a:spcAft>
                <a:spcPts val="0"/>
              </a:spcAft>
              <a:buClr>
                <a:schemeClr val="accent2"/>
              </a:buClr>
              <a:buSzPts val="1260"/>
              <a:buFont typeface="Verdana"/>
              <a:buChar char="•"/>
              <a:defRPr b="0" i="0" sz="1400">
                <a:solidFill>
                  <a:schemeClr val="dk1"/>
                </a:solidFill>
                <a:latin typeface="Verdana"/>
                <a:ea typeface="Verdana"/>
                <a:cs typeface="Verdana"/>
                <a:sym typeface="Verdana"/>
              </a:defRPr>
            </a:lvl2pPr>
            <a:lvl3pPr indent="-317500" lvl="2" marL="1371600" algn="l">
              <a:lnSpc>
                <a:spcPct val="110000"/>
              </a:lnSpc>
              <a:spcBef>
                <a:spcPts val="300"/>
              </a:spcBef>
              <a:spcAft>
                <a:spcPts val="0"/>
              </a:spcAft>
              <a:buSzPts val="1400"/>
              <a:buFont typeface="Verdana"/>
              <a:buChar char="•"/>
              <a:defRPr b="0" i="0" sz="1400">
                <a:solidFill>
                  <a:schemeClr val="accent2"/>
                </a:solidFill>
                <a:latin typeface="Verdana"/>
                <a:ea typeface="Verdana"/>
                <a:cs typeface="Verdana"/>
                <a:sym typeface="Verdana"/>
              </a:defRPr>
            </a:lvl3pPr>
            <a:lvl4pPr indent="-292100" lvl="3" marL="1828800" algn="l">
              <a:lnSpc>
                <a:spcPct val="125000"/>
              </a:lnSpc>
              <a:spcBef>
                <a:spcPts val="30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71" name="Google Shape;471;p94"/>
          <p:cNvSpPr txBox="1"/>
          <p:nvPr>
            <p:ph idx="5" type="body"/>
          </p:nvPr>
        </p:nvSpPr>
        <p:spPr>
          <a:xfrm>
            <a:off x="4571999" y="1321524"/>
            <a:ext cx="4240477" cy="1615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72" name="Google Shape;472;p94"/>
          <p:cNvSpPr/>
          <p:nvPr>
            <p:ph idx="6" type="pic"/>
          </p:nvPr>
        </p:nvSpPr>
        <p:spPr>
          <a:xfrm>
            <a:off x="4572000" y="1592687"/>
            <a:ext cx="1755419" cy="3086579"/>
          </a:xfrm>
          <a:prstGeom prst="rect">
            <a:avLst/>
          </a:prstGeom>
          <a:noFill/>
          <a:ln>
            <a:noFill/>
          </a:ln>
        </p:spPr>
      </p:sp>
      <p:sp>
        <p:nvSpPr>
          <p:cNvPr id="473" name="Google Shape;473;p94"/>
          <p:cNvSpPr txBox="1"/>
          <p:nvPr>
            <p:ph idx="7" type="body"/>
          </p:nvPr>
        </p:nvSpPr>
        <p:spPr>
          <a:xfrm>
            <a:off x="6539641" y="1592687"/>
            <a:ext cx="2270629" cy="308657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08610" lvl="1" marL="914400" marR="0" algn="l">
              <a:lnSpc>
                <a:spcPct val="110000"/>
              </a:lnSpc>
              <a:spcBef>
                <a:spcPts val="0"/>
              </a:spcBef>
              <a:spcAft>
                <a:spcPts val="0"/>
              </a:spcAft>
              <a:buClr>
                <a:schemeClr val="accent2"/>
              </a:buClr>
              <a:buSzPts val="1260"/>
              <a:buFont typeface="Verdana"/>
              <a:buChar char="•"/>
              <a:defRPr b="0" i="0" sz="1400">
                <a:solidFill>
                  <a:schemeClr val="dk1"/>
                </a:solidFill>
                <a:latin typeface="Verdana"/>
                <a:ea typeface="Verdana"/>
                <a:cs typeface="Verdana"/>
                <a:sym typeface="Verdana"/>
              </a:defRPr>
            </a:lvl2pPr>
            <a:lvl3pPr indent="-317500" lvl="2" marL="1371600" algn="l">
              <a:lnSpc>
                <a:spcPct val="110000"/>
              </a:lnSpc>
              <a:spcBef>
                <a:spcPts val="300"/>
              </a:spcBef>
              <a:spcAft>
                <a:spcPts val="0"/>
              </a:spcAft>
              <a:buSzPts val="1400"/>
              <a:buFont typeface="Verdana"/>
              <a:buChar char="•"/>
              <a:defRPr b="0" i="0" sz="1400">
                <a:solidFill>
                  <a:schemeClr val="accent2"/>
                </a:solidFill>
                <a:latin typeface="Verdana"/>
                <a:ea typeface="Verdana"/>
                <a:cs typeface="Verdana"/>
                <a:sym typeface="Verdana"/>
              </a:defRPr>
            </a:lvl3pPr>
            <a:lvl4pPr indent="-292100" lvl="3" marL="1828800" algn="l">
              <a:lnSpc>
                <a:spcPct val="125000"/>
              </a:lnSpc>
              <a:spcBef>
                <a:spcPts val="30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74" name="Google Shape;474;p94"/>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5" name="Google Shape;475;p94"/>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94"/>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Series_Pictograms">
  <p:cSld name="09.Series_Pictograms">
    <p:spTree>
      <p:nvGrpSpPr>
        <p:cNvPr id="477" name="Shape 477"/>
        <p:cNvGrpSpPr/>
        <p:nvPr/>
      </p:nvGrpSpPr>
      <p:grpSpPr>
        <a:xfrm>
          <a:off x="0" y="0"/>
          <a:ext cx="0" cy="0"/>
          <a:chOff x="0" y="0"/>
          <a:chExt cx="0" cy="0"/>
        </a:xfrm>
      </p:grpSpPr>
      <p:sp>
        <p:nvSpPr>
          <p:cNvPr id="478" name="Google Shape;478;p95"/>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95"/>
          <p:cNvSpPr txBox="1"/>
          <p:nvPr>
            <p:ph idx="1" type="body"/>
          </p:nvPr>
        </p:nvSpPr>
        <p:spPr>
          <a:xfrm>
            <a:off x="333730" y="1069097"/>
            <a:ext cx="8477998"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0" name="Google Shape;480;p95"/>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1" name="Google Shape;481;p95"/>
          <p:cNvSpPr/>
          <p:nvPr>
            <p:ph idx="3" type="pic"/>
          </p:nvPr>
        </p:nvSpPr>
        <p:spPr>
          <a:xfrm>
            <a:off x="4138726" y="1623670"/>
            <a:ext cx="529352" cy="525600"/>
          </a:xfrm>
          <a:prstGeom prst="rect">
            <a:avLst/>
          </a:prstGeom>
          <a:noFill/>
          <a:ln>
            <a:noFill/>
          </a:ln>
        </p:spPr>
      </p:sp>
      <p:sp>
        <p:nvSpPr>
          <p:cNvPr id="482" name="Google Shape;482;p95"/>
          <p:cNvSpPr txBox="1"/>
          <p:nvPr>
            <p:ph idx="4" type="body"/>
          </p:nvPr>
        </p:nvSpPr>
        <p:spPr>
          <a:xfrm>
            <a:off x="3414168" y="2272517"/>
            <a:ext cx="1980000" cy="55116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2000"/>
              <a:buFont typeface="Noto Sans Symbols"/>
              <a:buNone/>
              <a:defRPr b="0" i="0" sz="2000">
                <a:solidFill>
                  <a:schemeClr val="dk1"/>
                </a:solidFill>
                <a:latin typeface="Verdana"/>
                <a:ea typeface="Verdana"/>
                <a:cs typeface="Verdana"/>
                <a:sym typeface="Verdana"/>
              </a:defRPr>
            </a:lvl1pPr>
            <a:lvl2pPr indent="-228600" lvl="1" marL="914400" algn="ctr">
              <a:lnSpc>
                <a:spcPct val="100000"/>
              </a:lnSpc>
              <a:spcBef>
                <a:spcPts val="0"/>
              </a:spcBef>
              <a:spcAft>
                <a:spcPts val="0"/>
              </a:spcAft>
              <a:buSzPts val="1400"/>
              <a:buFont typeface="Arial"/>
              <a:buNone/>
              <a:defRPr b="0" i="0" sz="1400">
                <a:solidFill>
                  <a:schemeClr val="dk1"/>
                </a:solidFill>
                <a:latin typeface="Verdana"/>
                <a:ea typeface="Verdana"/>
                <a:cs typeface="Verdana"/>
                <a:sym typeface="Verdana"/>
              </a:defRPr>
            </a:lvl2pPr>
            <a:lvl3pPr indent="-228600" lvl="2" marL="1371600" algn="ctr">
              <a:lnSpc>
                <a:spcPct val="100000"/>
              </a:lnSpc>
              <a:spcBef>
                <a:spcPts val="100"/>
              </a:spcBef>
              <a:spcAft>
                <a:spcPts val="0"/>
              </a:spcAft>
              <a:buSzPts val="1400"/>
              <a:buFont typeface="Arial"/>
              <a:buNone/>
              <a:defRPr b="0" i="0" sz="1400">
                <a:solidFill>
                  <a:schemeClr val="dk1"/>
                </a:solidFill>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3" name="Google Shape;483;p95"/>
          <p:cNvSpPr/>
          <p:nvPr>
            <p:ph idx="5" type="pic"/>
          </p:nvPr>
        </p:nvSpPr>
        <p:spPr>
          <a:xfrm>
            <a:off x="6922811" y="1623670"/>
            <a:ext cx="529352" cy="525600"/>
          </a:xfrm>
          <a:prstGeom prst="rect">
            <a:avLst/>
          </a:prstGeom>
          <a:noFill/>
          <a:ln>
            <a:noFill/>
          </a:ln>
        </p:spPr>
      </p:sp>
      <p:sp>
        <p:nvSpPr>
          <p:cNvPr id="484" name="Google Shape;484;p95"/>
          <p:cNvSpPr txBox="1"/>
          <p:nvPr>
            <p:ph idx="6" type="body"/>
          </p:nvPr>
        </p:nvSpPr>
        <p:spPr>
          <a:xfrm>
            <a:off x="6201942" y="2272517"/>
            <a:ext cx="1980000" cy="55116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2000"/>
              <a:buFont typeface="Noto Sans Symbols"/>
              <a:buNone/>
              <a:defRPr b="0" i="0" sz="2000">
                <a:solidFill>
                  <a:schemeClr val="dk1"/>
                </a:solidFill>
                <a:latin typeface="Verdana"/>
                <a:ea typeface="Verdana"/>
                <a:cs typeface="Verdana"/>
                <a:sym typeface="Verdana"/>
              </a:defRPr>
            </a:lvl1pPr>
            <a:lvl2pPr indent="-228600" lvl="1" marL="914400" algn="ctr">
              <a:lnSpc>
                <a:spcPct val="100000"/>
              </a:lnSpc>
              <a:spcBef>
                <a:spcPts val="0"/>
              </a:spcBef>
              <a:spcAft>
                <a:spcPts val="0"/>
              </a:spcAft>
              <a:buSzPts val="1400"/>
              <a:buFont typeface="Arial"/>
              <a:buNone/>
              <a:defRPr b="0" i="0" sz="1400">
                <a:solidFill>
                  <a:schemeClr val="dk1"/>
                </a:solidFill>
                <a:latin typeface="Verdana"/>
                <a:ea typeface="Verdana"/>
                <a:cs typeface="Verdana"/>
                <a:sym typeface="Verdana"/>
              </a:defRPr>
            </a:lvl2pPr>
            <a:lvl3pPr indent="-228600" lvl="2" marL="1371600" algn="ctr">
              <a:lnSpc>
                <a:spcPct val="100000"/>
              </a:lnSpc>
              <a:spcBef>
                <a:spcPts val="100"/>
              </a:spcBef>
              <a:spcAft>
                <a:spcPts val="0"/>
              </a:spcAft>
              <a:buSzPts val="1400"/>
              <a:buFont typeface="Arial"/>
              <a:buNone/>
              <a:defRPr b="0" i="0" sz="1400">
                <a:solidFill>
                  <a:schemeClr val="dk1"/>
                </a:solidFill>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5" name="Google Shape;485;p95"/>
          <p:cNvSpPr/>
          <p:nvPr>
            <p:ph idx="7" type="pic"/>
          </p:nvPr>
        </p:nvSpPr>
        <p:spPr>
          <a:xfrm>
            <a:off x="4138726" y="3209891"/>
            <a:ext cx="529352" cy="525600"/>
          </a:xfrm>
          <a:prstGeom prst="rect">
            <a:avLst/>
          </a:prstGeom>
          <a:noFill/>
          <a:ln>
            <a:noFill/>
          </a:ln>
        </p:spPr>
      </p:sp>
      <p:sp>
        <p:nvSpPr>
          <p:cNvPr id="486" name="Google Shape;486;p95"/>
          <p:cNvSpPr txBox="1"/>
          <p:nvPr>
            <p:ph idx="8" type="body"/>
          </p:nvPr>
        </p:nvSpPr>
        <p:spPr>
          <a:xfrm>
            <a:off x="3414168" y="3860427"/>
            <a:ext cx="1980000" cy="55116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2000"/>
              <a:buFont typeface="Noto Sans Symbols"/>
              <a:buNone/>
              <a:defRPr b="0" i="0" sz="2000">
                <a:solidFill>
                  <a:schemeClr val="dk1"/>
                </a:solidFill>
                <a:latin typeface="Verdana"/>
                <a:ea typeface="Verdana"/>
                <a:cs typeface="Verdana"/>
                <a:sym typeface="Verdana"/>
              </a:defRPr>
            </a:lvl1pPr>
            <a:lvl2pPr indent="-228600" lvl="1" marL="914400" algn="ctr">
              <a:lnSpc>
                <a:spcPct val="100000"/>
              </a:lnSpc>
              <a:spcBef>
                <a:spcPts val="0"/>
              </a:spcBef>
              <a:spcAft>
                <a:spcPts val="0"/>
              </a:spcAft>
              <a:buSzPts val="1400"/>
              <a:buFont typeface="Arial"/>
              <a:buNone/>
              <a:defRPr b="0" i="0" sz="1400">
                <a:solidFill>
                  <a:schemeClr val="dk1"/>
                </a:solidFill>
                <a:latin typeface="Verdana"/>
                <a:ea typeface="Verdana"/>
                <a:cs typeface="Verdana"/>
                <a:sym typeface="Verdana"/>
              </a:defRPr>
            </a:lvl2pPr>
            <a:lvl3pPr indent="-228600" lvl="2" marL="1371600" algn="ctr">
              <a:lnSpc>
                <a:spcPct val="100000"/>
              </a:lnSpc>
              <a:spcBef>
                <a:spcPts val="100"/>
              </a:spcBef>
              <a:spcAft>
                <a:spcPts val="0"/>
              </a:spcAft>
              <a:buSzPts val="1400"/>
              <a:buFont typeface="Arial"/>
              <a:buNone/>
              <a:defRPr b="0" i="0" sz="1400">
                <a:solidFill>
                  <a:schemeClr val="dk1"/>
                </a:solidFill>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7" name="Google Shape;487;p95"/>
          <p:cNvSpPr/>
          <p:nvPr>
            <p:ph idx="9" type="pic"/>
          </p:nvPr>
        </p:nvSpPr>
        <p:spPr>
          <a:xfrm>
            <a:off x="6922811" y="3209891"/>
            <a:ext cx="529352" cy="525600"/>
          </a:xfrm>
          <a:prstGeom prst="rect">
            <a:avLst/>
          </a:prstGeom>
          <a:noFill/>
          <a:ln>
            <a:noFill/>
          </a:ln>
        </p:spPr>
      </p:sp>
      <p:sp>
        <p:nvSpPr>
          <p:cNvPr id="488" name="Google Shape;488;p95"/>
          <p:cNvSpPr txBox="1"/>
          <p:nvPr>
            <p:ph idx="13" type="body"/>
          </p:nvPr>
        </p:nvSpPr>
        <p:spPr>
          <a:xfrm>
            <a:off x="6201942" y="3860427"/>
            <a:ext cx="1980000" cy="551163"/>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2000"/>
              <a:buFont typeface="Noto Sans Symbols"/>
              <a:buNone/>
              <a:defRPr b="0" i="0" sz="2000">
                <a:solidFill>
                  <a:schemeClr val="dk1"/>
                </a:solidFill>
                <a:latin typeface="Verdana"/>
                <a:ea typeface="Verdana"/>
                <a:cs typeface="Verdana"/>
                <a:sym typeface="Verdana"/>
              </a:defRPr>
            </a:lvl1pPr>
            <a:lvl2pPr indent="-228600" lvl="1" marL="914400" algn="ctr">
              <a:lnSpc>
                <a:spcPct val="100000"/>
              </a:lnSpc>
              <a:spcBef>
                <a:spcPts val="0"/>
              </a:spcBef>
              <a:spcAft>
                <a:spcPts val="0"/>
              </a:spcAft>
              <a:buSzPts val="1400"/>
              <a:buFont typeface="Arial"/>
              <a:buNone/>
              <a:defRPr b="0" i="0" sz="1400">
                <a:solidFill>
                  <a:schemeClr val="dk1"/>
                </a:solidFill>
                <a:latin typeface="Verdana"/>
                <a:ea typeface="Verdana"/>
                <a:cs typeface="Verdana"/>
                <a:sym typeface="Verdana"/>
              </a:defRPr>
            </a:lvl2pPr>
            <a:lvl3pPr indent="-228600" lvl="2" marL="1371600" algn="ctr">
              <a:lnSpc>
                <a:spcPct val="100000"/>
              </a:lnSpc>
              <a:spcBef>
                <a:spcPts val="100"/>
              </a:spcBef>
              <a:spcAft>
                <a:spcPts val="0"/>
              </a:spcAft>
              <a:buSzPts val="1400"/>
              <a:buFont typeface="Arial"/>
              <a:buNone/>
              <a:defRPr b="0" i="0" sz="1400">
                <a:solidFill>
                  <a:schemeClr val="dk1"/>
                </a:solidFill>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9" name="Google Shape;489;p95"/>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0" name="Google Shape;490;p95"/>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1" name="Google Shape;491;p95"/>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492" name="Shape 492"/>
        <p:cNvGrpSpPr/>
        <p:nvPr/>
      </p:nvGrpSpPr>
      <p:grpSpPr>
        <a:xfrm>
          <a:off x="0" y="0"/>
          <a:ext cx="0" cy="0"/>
          <a:chOff x="0" y="0"/>
          <a:chExt cx="0" cy="0"/>
        </a:xfrm>
      </p:grpSpPr>
      <p:sp>
        <p:nvSpPr>
          <p:cNvPr id="493" name="Google Shape;493;p96"/>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4" name="Google Shape;494;p96"/>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5" name="Google Shape;495;p96"/>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6" name="Google Shape;496;p96"/>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ColumnTitle+3columns_NoVisual_Color3">
  <p:cSld name="07.ColumnTitle+3columns_NoVisual_Color3">
    <p:spTree>
      <p:nvGrpSpPr>
        <p:cNvPr id="497" name="Shape 497"/>
        <p:cNvGrpSpPr/>
        <p:nvPr/>
      </p:nvGrpSpPr>
      <p:grpSpPr>
        <a:xfrm>
          <a:off x="0" y="0"/>
          <a:ext cx="0" cy="0"/>
          <a:chOff x="0" y="0"/>
          <a:chExt cx="0" cy="0"/>
        </a:xfrm>
      </p:grpSpPr>
      <p:sp>
        <p:nvSpPr>
          <p:cNvPr id="498" name="Google Shape;498;p97"/>
          <p:cNvSpPr/>
          <p:nvPr/>
        </p:nvSpPr>
        <p:spPr>
          <a:xfrm>
            <a:off x="0" y="0"/>
            <a:ext cx="27972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99" name="Google Shape;499;p97"/>
          <p:cNvSpPr txBox="1"/>
          <p:nvPr>
            <p:ph type="title"/>
          </p:nvPr>
        </p:nvSpPr>
        <p:spPr>
          <a:xfrm>
            <a:off x="331200" y="288000"/>
            <a:ext cx="2118055"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0" name="Google Shape;500;p97"/>
          <p:cNvSpPr txBox="1"/>
          <p:nvPr>
            <p:ph idx="1" type="body"/>
          </p:nvPr>
        </p:nvSpPr>
        <p:spPr>
          <a:xfrm>
            <a:off x="333730" y="1071318"/>
            <a:ext cx="2116800"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lt1"/>
              </a:buClr>
              <a:buSzPts val="1400"/>
              <a:buNone/>
              <a:defRPr b="0" i="0" sz="1400">
                <a:solidFill>
                  <a:schemeClr val="lt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1" name="Google Shape;501;p97"/>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2"/>
              </a:buClr>
              <a:buSzPts val="1400"/>
              <a:buNone/>
              <a:defRPr>
                <a:solidFill>
                  <a:schemeClr val="dk2"/>
                </a:solidFill>
              </a:defRPr>
            </a:lvl1pPr>
            <a:lvl2pPr indent="-317500" lvl="1" marL="914400" algn="l">
              <a:lnSpc>
                <a:spcPct val="125000"/>
              </a:lnSpc>
              <a:spcBef>
                <a:spcPts val="0"/>
              </a:spcBef>
              <a:spcAft>
                <a:spcPts val="0"/>
              </a:spcAft>
              <a:buSzPts val="1400"/>
              <a:buFont typeface="Verdana"/>
              <a:buChar char="•"/>
              <a:defRPr>
                <a:solidFill>
                  <a:schemeClr val="dk2"/>
                </a:solidFill>
              </a:defRPr>
            </a:lvl2pPr>
            <a:lvl3pPr indent="-317500" lvl="2" marL="1371600" algn="l">
              <a:lnSpc>
                <a:spcPct val="125000"/>
              </a:lnSpc>
              <a:spcBef>
                <a:spcPts val="0"/>
              </a:spcBef>
              <a:spcAft>
                <a:spcPts val="0"/>
              </a:spcAft>
              <a:buSzPts val="1400"/>
              <a:buFont typeface="Verdana"/>
              <a:buChar char="•"/>
              <a:defRPr>
                <a:solidFill>
                  <a:schemeClr val="dk2"/>
                </a:solidFill>
              </a:defRPr>
            </a:lvl3pPr>
            <a:lvl4pPr indent="-317500" lvl="3" marL="1828800" algn="l">
              <a:lnSpc>
                <a:spcPct val="125000"/>
              </a:lnSpc>
              <a:spcBef>
                <a:spcPts val="0"/>
              </a:spcBef>
              <a:spcAft>
                <a:spcPts val="0"/>
              </a:spcAft>
              <a:buSzPts val="1400"/>
              <a:buFont typeface="Verdana"/>
              <a:buChar char="•"/>
              <a:defRPr>
                <a:solidFill>
                  <a:schemeClr val="dk2"/>
                </a:solidFill>
              </a:defRPr>
            </a:lvl4pPr>
            <a:lvl5pPr indent="-317500" lvl="4" marL="2286000" algn="l">
              <a:lnSpc>
                <a:spcPct val="125000"/>
              </a:lnSpc>
              <a:spcBef>
                <a:spcPts val="0"/>
              </a:spcBef>
              <a:spcAft>
                <a:spcPts val="0"/>
              </a:spcAft>
              <a:buSzPts val="1400"/>
              <a:buChar char="•"/>
              <a:defRPr>
                <a:solidFill>
                  <a:schemeClr val="dk2"/>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2" name="Google Shape;502;p97"/>
          <p:cNvSpPr txBox="1"/>
          <p:nvPr>
            <p:ph idx="3" type="body"/>
          </p:nvPr>
        </p:nvSpPr>
        <p:spPr>
          <a:xfrm>
            <a:off x="3392183" y="1341138"/>
            <a:ext cx="1381124" cy="585655"/>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25000"/>
              </a:lnSpc>
              <a:spcBef>
                <a:spcPts val="0"/>
              </a:spcBef>
              <a:spcAft>
                <a:spcPts val="0"/>
              </a:spcAft>
              <a:buClr>
                <a:schemeClr val="lt1"/>
              </a:buClr>
              <a:buSzPts val="1400"/>
              <a:buNone/>
              <a:defRPr b="0" sz="1400" cap="none">
                <a:solidFill>
                  <a:schemeClr val="lt1"/>
                </a:solidFill>
                <a:latin typeface="Verdana"/>
                <a:ea typeface="Verdana"/>
                <a:cs typeface="Verdana"/>
                <a:sym typeface="Verdana"/>
              </a:defRPr>
            </a:lvl1pPr>
            <a:lvl2pPr indent="-292100" lvl="1" marL="914400" algn="l">
              <a:lnSpc>
                <a:spcPct val="125000"/>
              </a:lnSpc>
              <a:spcBef>
                <a:spcPts val="0"/>
              </a:spcBef>
              <a:spcAft>
                <a:spcPts val="0"/>
              </a:spcAft>
              <a:buSzPts val="1000"/>
              <a:buChar char="•"/>
              <a:defRPr sz="1000">
                <a:latin typeface="Arial"/>
                <a:ea typeface="Arial"/>
                <a:cs typeface="Arial"/>
                <a:sym typeface="Arial"/>
              </a:defRPr>
            </a:lvl2pPr>
            <a:lvl3pPr indent="-311150" lvl="2" marL="1371600" algn="l">
              <a:lnSpc>
                <a:spcPct val="125000"/>
              </a:lnSpc>
              <a:spcBef>
                <a:spcPts val="0"/>
              </a:spcBef>
              <a:spcAft>
                <a:spcPts val="0"/>
              </a:spcAft>
              <a:buSzPts val="1300"/>
              <a:buChar char="•"/>
              <a:defRPr sz="1300" cap="none">
                <a:latin typeface="Arial"/>
                <a:ea typeface="Arial"/>
                <a:cs typeface="Arial"/>
                <a:sym typeface="Arial"/>
              </a:defRPr>
            </a:lvl3pPr>
            <a:lvl4pPr indent="-279400" lvl="3" marL="1828800" algn="l">
              <a:lnSpc>
                <a:spcPct val="125000"/>
              </a:lnSpc>
              <a:spcBef>
                <a:spcPts val="0"/>
              </a:spcBef>
              <a:spcAft>
                <a:spcPts val="0"/>
              </a:spcAft>
              <a:buSzPts val="800"/>
              <a:buChar char="•"/>
              <a:defRPr sz="800" cap="none">
                <a:latin typeface="Sen"/>
                <a:ea typeface="Sen"/>
                <a:cs typeface="Sen"/>
                <a:sym typeface="Sen"/>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3" name="Google Shape;503;p97"/>
          <p:cNvSpPr/>
          <p:nvPr>
            <p:ph idx="4" type="dgm"/>
          </p:nvPr>
        </p:nvSpPr>
        <p:spPr>
          <a:xfrm rot="5400000">
            <a:off x="4045452" y="1273523"/>
            <a:ext cx="74583" cy="13811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04" name="Google Shape;504;p97"/>
          <p:cNvSpPr txBox="1"/>
          <p:nvPr>
            <p:ph idx="5" type="body"/>
          </p:nvPr>
        </p:nvSpPr>
        <p:spPr>
          <a:xfrm>
            <a:off x="3392182" y="2001376"/>
            <a:ext cx="1381123" cy="804861"/>
          </a:xfrm>
          <a:prstGeom prst="rect">
            <a:avLst/>
          </a:prstGeom>
          <a:solidFill>
            <a:srgbClr val="F5F3F8"/>
          </a:solidFill>
          <a:ln>
            <a:noFill/>
          </a:ln>
        </p:spPr>
        <p:txBody>
          <a:bodyPr anchorCtr="0" anchor="ctr" bIns="0" lIns="0" spcFirstLastPara="1" rIns="0" wrap="square" tIns="0">
            <a:noAutofit/>
          </a:bodyPr>
          <a:lstStyle>
            <a:lvl1pPr indent="-228600" lvl="0" marL="457200" algn="ctr">
              <a:lnSpc>
                <a:spcPct val="113000"/>
              </a:lnSpc>
              <a:spcBef>
                <a:spcPts val="0"/>
              </a:spcBef>
              <a:spcAft>
                <a:spcPts val="0"/>
              </a:spcAft>
              <a:buClr>
                <a:schemeClr val="dk1"/>
              </a:buClr>
              <a:buSzPts val="1400"/>
              <a:buNone/>
              <a:defRPr sz="1400">
                <a:solidFill>
                  <a:schemeClr val="dk1"/>
                </a:solidFill>
              </a:defRPr>
            </a:lvl1pPr>
            <a:lvl2pPr indent="-317500" lvl="1" marL="914400" algn="ctr">
              <a:lnSpc>
                <a:spcPct val="113000"/>
              </a:lnSpc>
              <a:spcBef>
                <a:spcPts val="0"/>
              </a:spcBef>
              <a:spcAft>
                <a:spcPts val="0"/>
              </a:spcAft>
              <a:buClr>
                <a:schemeClr val="accent1"/>
              </a:buClr>
              <a:buSzPts val="1400"/>
              <a:buChar char="•"/>
              <a:defRPr b="1" sz="1400">
                <a:solidFill>
                  <a:schemeClr val="dk1"/>
                </a:solidFill>
              </a:defRPr>
            </a:lvl2pPr>
            <a:lvl3pPr indent="-276225" lvl="2" marL="1371600" algn="l">
              <a:lnSpc>
                <a:spcPct val="113000"/>
              </a:lnSpc>
              <a:spcBef>
                <a:spcPts val="0"/>
              </a:spcBef>
              <a:spcAft>
                <a:spcPts val="0"/>
              </a:spcAft>
              <a:buSzPts val="750"/>
              <a:buChar char="•"/>
              <a:defRPr b="1" sz="750">
                <a:solidFill>
                  <a:schemeClr val="dk1"/>
                </a:solidFill>
                <a:latin typeface="Verdana"/>
                <a:ea typeface="Verdana"/>
                <a:cs typeface="Verdana"/>
                <a:sym typeface="Verdana"/>
              </a:defRPr>
            </a:lvl3pPr>
            <a:lvl4pPr indent="-276225" lvl="3" marL="1828800" algn="l">
              <a:lnSpc>
                <a:spcPct val="113000"/>
              </a:lnSpc>
              <a:spcBef>
                <a:spcPts val="0"/>
              </a:spcBef>
              <a:spcAft>
                <a:spcPts val="0"/>
              </a:spcAft>
              <a:buSzPts val="750"/>
              <a:buChar char="•"/>
              <a:defRPr sz="750">
                <a:solidFill>
                  <a:srgbClr val="000000"/>
                </a:solidFill>
              </a:defRPr>
            </a:lvl4pPr>
            <a:lvl5pPr indent="-317500" lvl="4" marL="2286000" algn="l">
              <a:lnSpc>
                <a:spcPct val="125000"/>
              </a:lnSpc>
              <a:spcBef>
                <a:spcPts val="0"/>
              </a:spcBef>
              <a:spcAft>
                <a:spcPts val="0"/>
              </a:spcAft>
              <a:buSzPts val="1400"/>
              <a:buChar char="•"/>
              <a:defRPr>
                <a:solidFill>
                  <a:srgbClr val="000000"/>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5" name="Google Shape;505;p97"/>
          <p:cNvSpPr/>
          <p:nvPr>
            <p:ph idx="6" type="dgm"/>
          </p:nvPr>
        </p:nvSpPr>
        <p:spPr>
          <a:xfrm rot="5400000">
            <a:off x="4012075" y="2934052"/>
            <a:ext cx="141336" cy="271466"/>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06" name="Google Shape;506;p97"/>
          <p:cNvSpPr txBox="1"/>
          <p:nvPr>
            <p:ph idx="7" type="body"/>
          </p:nvPr>
        </p:nvSpPr>
        <p:spPr>
          <a:xfrm>
            <a:off x="3392182" y="3333333"/>
            <a:ext cx="1381123" cy="804860"/>
          </a:xfrm>
          <a:prstGeom prst="rect">
            <a:avLst/>
          </a:prstGeom>
          <a:no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0"/>
              </a:spcBef>
              <a:spcAft>
                <a:spcPts val="0"/>
              </a:spcAft>
              <a:buClr>
                <a:schemeClr val="dk1"/>
              </a:buClr>
              <a:buSzPts val="1400"/>
              <a:buNone/>
              <a:defRPr b="0" sz="1400" cap="none">
                <a:solidFill>
                  <a:schemeClr val="dk1"/>
                </a:solidFill>
                <a:latin typeface="Verdana"/>
                <a:ea typeface="Verdana"/>
                <a:cs typeface="Verdana"/>
                <a:sym typeface="Verdana"/>
              </a:defRPr>
            </a:lvl1pPr>
            <a:lvl2pPr indent="-228600" lvl="1" marL="914400" algn="ctr">
              <a:lnSpc>
                <a:spcPct val="90000"/>
              </a:lnSpc>
              <a:spcBef>
                <a:spcPts val="0"/>
              </a:spcBef>
              <a:spcAft>
                <a:spcPts val="0"/>
              </a:spcAft>
              <a:buSzPts val="1250"/>
              <a:buNone/>
              <a:defRPr b="0" i="0" sz="1250" u="none" cap="none" strike="noStrike">
                <a:solidFill>
                  <a:schemeClr val="accent1"/>
                </a:solidFill>
                <a:latin typeface="Arial"/>
                <a:ea typeface="Arial"/>
                <a:cs typeface="Arial"/>
                <a:sym typeface="Arial"/>
              </a:defRPr>
            </a:lvl2pPr>
            <a:lvl3pPr indent="-311150" lvl="2" marL="1371600" algn="l">
              <a:lnSpc>
                <a:spcPct val="125000"/>
              </a:lnSpc>
              <a:spcBef>
                <a:spcPts val="0"/>
              </a:spcBef>
              <a:spcAft>
                <a:spcPts val="0"/>
              </a:spcAft>
              <a:buSzPts val="1300"/>
              <a:buChar char="•"/>
              <a:defRPr sz="1300" cap="none">
                <a:latin typeface="Arial"/>
                <a:ea typeface="Arial"/>
                <a:cs typeface="Arial"/>
                <a:sym typeface="Arial"/>
              </a:defRPr>
            </a:lvl3pPr>
            <a:lvl4pPr indent="-279400" lvl="3" marL="1828800" algn="l">
              <a:lnSpc>
                <a:spcPct val="125000"/>
              </a:lnSpc>
              <a:spcBef>
                <a:spcPts val="0"/>
              </a:spcBef>
              <a:spcAft>
                <a:spcPts val="0"/>
              </a:spcAft>
              <a:buSzPts val="800"/>
              <a:buChar char="•"/>
              <a:defRPr sz="800" cap="none">
                <a:latin typeface="Sen"/>
                <a:ea typeface="Sen"/>
                <a:cs typeface="Sen"/>
                <a:sym typeface="Sen"/>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7" name="Google Shape;507;p97"/>
          <p:cNvSpPr txBox="1"/>
          <p:nvPr>
            <p:ph idx="8" type="body"/>
          </p:nvPr>
        </p:nvSpPr>
        <p:spPr>
          <a:xfrm>
            <a:off x="5262247" y="1341138"/>
            <a:ext cx="1381124" cy="585655"/>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25000"/>
              </a:lnSpc>
              <a:spcBef>
                <a:spcPts val="0"/>
              </a:spcBef>
              <a:spcAft>
                <a:spcPts val="0"/>
              </a:spcAft>
              <a:buClr>
                <a:schemeClr val="lt1"/>
              </a:buClr>
              <a:buSzPts val="1400"/>
              <a:buNone/>
              <a:defRPr b="0" sz="1400" cap="none">
                <a:solidFill>
                  <a:schemeClr val="lt1"/>
                </a:solidFill>
                <a:latin typeface="Verdana"/>
                <a:ea typeface="Verdana"/>
                <a:cs typeface="Verdana"/>
                <a:sym typeface="Verdana"/>
              </a:defRPr>
            </a:lvl1pPr>
            <a:lvl2pPr indent="-292100" lvl="1" marL="914400" algn="l">
              <a:lnSpc>
                <a:spcPct val="125000"/>
              </a:lnSpc>
              <a:spcBef>
                <a:spcPts val="0"/>
              </a:spcBef>
              <a:spcAft>
                <a:spcPts val="0"/>
              </a:spcAft>
              <a:buSzPts val="1000"/>
              <a:buChar char="•"/>
              <a:defRPr sz="1000">
                <a:latin typeface="Arial"/>
                <a:ea typeface="Arial"/>
                <a:cs typeface="Arial"/>
                <a:sym typeface="Arial"/>
              </a:defRPr>
            </a:lvl2pPr>
            <a:lvl3pPr indent="-311150" lvl="2" marL="1371600" algn="l">
              <a:lnSpc>
                <a:spcPct val="125000"/>
              </a:lnSpc>
              <a:spcBef>
                <a:spcPts val="0"/>
              </a:spcBef>
              <a:spcAft>
                <a:spcPts val="0"/>
              </a:spcAft>
              <a:buSzPts val="1300"/>
              <a:buChar char="•"/>
              <a:defRPr sz="1300" cap="none">
                <a:latin typeface="Arial"/>
                <a:ea typeface="Arial"/>
                <a:cs typeface="Arial"/>
                <a:sym typeface="Arial"/>
              </a:defRPr>
            </a:lvl3pPr>
            <a:lvl4pPr indent="-279400" lvl="3" marL="1828800" algn="l">
              <a:lnSpc>
                <a:spcPct val="125000"/>
              </a:lnSpc>
              <a:spcBef>
                <a:spcPts val="0"/>
              </a:spcBef>
              <a:spcAft>
                <a:spcPts val="0"/>
              </a:spcAft>
              <a:buSzPts val="800"/>
              <a:buChar char="•"/>
              <a:defRPr sz="800" cap="none">
                <a:latin typeface="Sen"/>
                <a:ea typeface="Sen"/>
                <a:cs typeface="Sen"/>
                <a:sym typeface="Sen"/>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8" name="Google Shape;508;p97"/>
          <p:cNvSpPr/>
          <p:nvPr>
            <p:ph idx="9" type="dgm"/>
          </p:nvPr>
        </p:nvSpPr>
        <p:spPr>
          <a:xfrm rot="5400000">
            <a:off x="5915516" y="1273523"/>
            <a:ext cx="74583" cy="13811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09" name="Google Shape;509;p97"/>
          <p:cNvSpPr txBox="1"/>
          <p:nvPr>
            <p:ph idx="13" type="body"/>
          </p:nvPr>
        </p:nvSpPr>
        <p:spPr>
          <a:xfrm>
            <a:off x="5262246" y="2001376"/>
            <a:ext cx="1381123" cy="804861"/>
          </a:xfrm>
          <a:prstGeom prst="rect">
            <a:avLst/>
          </a:prstGeom>
          <a:solidFill>
            <a:srgbClr val="F5F3F8"/>
          </a:solidFill>
          <a:ln>
            <a:noFill/>
          </a:ln>
        </p:spPr>
        <p:txBody>
          <a:bodyPr anchorCtr="0" anchor="ctr" bIns="0" lIns="0" spcFirstLastPara="1" rIns="0" wrap="square" tIns="0">
            <a:noAutofit/>
          </a:bodyPr>
          <a:lstStyle>
            <a:lvl1pPr indent="-228600" lvl="0" marL="457200" algn="ctr">
              <a:lnSpc>
                <a:spcPct val="113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17500" lvl="1" marL="914400" algn="ctr">
              <a:lnSpc>
                <a:spcPct val="113000"/>
              </a:lnSpc>
              <a:spcBef>
                <a:spcPts val="0"/>
              </a:spcBef>
              <a:spcAft>
                <a:spcPts val="0"/>
              </a:spcAft>
              <a:buClr>
                <a:schemeClr val="accent1"/>
              </a:buClr>
              <a:buSzPts val="1400"/>
              <a:buChar char="•"/>
              <a:defRPr b="1" i="0" sz="1400">
                <a:solidFill>
                  <a:schemeClr val="dk1"/>
                </a:solidFill>
                <a:latin typeface="Verdana"/>
                <a:ea typeface="Verdana"/>
                <a:cs typeface="Verdana"/>
                <a:sym typeface="Verdana"/>
              </a:defRPr>
            </a:lvl2pPr>
            <a:lvl3pPr indent="-276225" lvl="2" marL="1371600" algn="l">
              <a:lnSpc>
                <a:spcPct val="113000"/>
              </a:lnSpc>
              <a:spcBef>
                <a:spcPts val="0"/>
              </a:spcBef>
              <a:spcAft>
                <a:spcPts val="0"/>
              </a:spcAft>
              <a:buSzPts val="750"/>
              <a:buChar char="•"/>
              <a:defRPr b="1" sz="750">
                <a:solidFill>
                  <a:schemeClr val="dk1"/>
                </a:solidFill>
                <a:latin typeface="Verdana"/>
                <a:ea typeface="Verdana"/>
                <a:cs typeface="Verdana"/>
                <a:sym typeface="Verdana"/>
              </a:defRPr>
            </a:lvl3pPr>
            <a:lvl4pPr indent="-276225" lvl="3" marL="1828800" algn="l">
              <a:lnSpc>
                <a:spcPct val="113000"/>
              </a:lnSpc>
              <a:spcBef>
                <a:spcPts val="0"/>
              </a:spcBef>
              <a:spcAft>
                <a:spcPts val="0"/>
              </a:spcAft>
              <a:buSzPts val="750"/>
              <a:buChar char="•"/>
              <a:defRPr sz="750">
                <a:solidFill>
                  <a:srgbClr val="000000"/>
                </a:solidFill>
              </a:defRPr>
            </a:lvl4pPr>
            <a:lvl5pPr indent="-317500" lvl="4" marL="2286000" algn="l">
              <a:lnSpc>
                <a:spcPct val="125000"/>
              </a:lnSpc>
              <a:spcBef>
                <a:spcPts val="0"/>
              </a:spcBef>
              <a:spcAft>
                <a:spcPts val="0"/>
              </a:spcAft>
              <a:buSzPts val="1400"/>
              <a:buChar char="•"/>
              <a:defRPr>
                <a:solidFill>
                  <a:srgbClr val="000000"/>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0" name="Google Shape;510;p97"/>
          <p:cNvSpPr/>
          <p:nvPr>
            <p:ph idx="14" type="dgm"/>
          </p:nvPr>
        </p:nvSpPr>
        <p:spPr>
          <a:xfrm rot="5400000">
            <a:off x="5882139" y="2934052"/>
            <a:ext cx="141336" cy="271466"/>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11" name="Google Shape;511;p97"/>
          <p:cNvSpPr txBox="1"/>
          <p:nvPr>
            <p:ph idx="15" type="body"/>
          </p:nvPr>
        </p:nvSpPr>
        <p:spPr>
          <a:xfrm>
            <a:off x="5262246" y="3333333"/>
            <a:ext cx="1381123" cy="804860"/>
          </a:xfrm>
          <a:prstGeom prst="rect">
            <a:avLst/>
          </a:prstGeom>
          <a:no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ctr">
              <a:lnSpc>
                <a:spcPct val="90000"/>
              </a:lnSpc>
              <a:spcBef>
                <a:spcPts val="0"/>
              </a:spcBef>
              <a:spcAft>
                <a:spcPts val="0"/>
              </a:spcAft>
              <a:buSzPts val="1250"/>
              <a:buNone/>
              <a:defRPr b="0" i="0" sz="1250" u="none" cap="none" strike="noStrike">
                <a:solidFill>
                  <a:schemeClr val="accent1"/>
                </a:solidFill>
                <a:latin typeface="Arial"/>
                <a:ea typeface="Arial"/>
                <a:cs typeface="Arial"/>
                <a:sym typeface="Arial"/>
              </a:defRPr>
            </a:lvl2pPr>
            <a:lvl3pPr indent="-311150" lvl="2" marL="1371600" algn="l">
              <a:lnSpc>
                <a:spcPct val="125000"/>
              </a:lnSpc>
              <a:spcBef>
                <a:spcPts val="0"/>
              </a:spcBef>
              <a:spcAft>
                <a:spcPts val="0"/>
              </a:spcAft>
              <a:buSzPts val="1300"/>
              <a:buChar char="•"/>
              <a:defRPr sz="1300" cap="none">
                <a:latin typeface="Arial"/>
                <a:ea typeface="Arial"/>
                <a:cs typeface="Arial"/>
                <a:sym typeface="Arial"/>
              </a:defRPr>
            </a:lvl3pPr>
            <a:lvl4pPr indent="-279400" lvl="3" marL="1828800" algn="l">
              <a:lnSpc>
                <a:spcPct val="125000"/>
              </a:lnSpc>
              <a:spcBef>
                <a:spcPts val="0"/>
              </a:spcBef>
              <a:spcAft>
                <a:spcPts val="0"/>
              </a:spcAft>
              <a:buSzPts val="800"/>
              <a:buChar char="•"/>
              <a:defRPr sz="800" cap="none">
                <a:latin typeface="Sen"/>
                <a:ea typeface="Sen"/>
                <a:cs typeface="Sen"/>
                <a:sym typeface="Sen"/>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2" name="Google Shape;512;p97"/>
          <p:cNvSpPr txBox="1"/>
          <p:nvPr>
            <p:ph idx="16" type="body"/>
          </p:nvPr>
        </p:nvSpPr>
        <p:spPr>
          <a:xfrm>
            <a:off x="7132318" y="1341138"/>
            <a:ext cx="1381124" cy="585655"/>
          </a:xfrm>
          <a:prstGeom prst="rect">
            <a:avLst/>
          </a:prstGeom>
          <a:solidFill>
            <a:schemeClr val="accent1"/>
          </a:solidFill>
          <a:ln>
            <a:noFill/>
          </a:ln>
        </p:spPr>
        <p:txBody>
          <a:bodyPr anchorCtr="0" anchor="ctr" bIns="0" lIns="0" spcFirstLastPara="1" rIns="0" wrap="square" tIns="0">
            <a:noAutofit/>
          </a:bodyPr>
          <a:lstStyle>
            <a:lvl1pPr indent="-228600" lvl="0" marL="457200" algn="ctr">
              <a:lnSpc>
                <a:spcPct val="125000"/>
              </a:lnSpc>
              <a:spcBef>
                <a:spcPts val="0"/>
              </a:spcBef>
              <a:spcAft>
                <a:spcPts val="0"/>
              </a:spcAft>
              <a:buClr>
                <a:schemeClr val="lt1"/>
              </a:buClr>
              <a:buSzPts val="1400"/>
              <a:buNone/>
              <a:defRPr b="0" sz="1400" cap="none">
                <a:solidFill>
                  <a:schemeClr val="lt1"/>
                </a:solidFill>
                <a:latin typeface="Verdana"/>
                <a:ea typeface="Verdana"/>
                <a:cs typeface="Verdana"/>
                <a:sym typeface="Verdana"/>
              </a:defRPr>
            </a:lvl1pPr>
            <a:lvl2pPr indent="-292100" lvl="1" marL="914400" algn="l">
              <a:lnSpc>
                <a:spcPct val="125000"/>
              </a:lnSpc>
              <a:spcBef>
                <a:spcPts val="0"/>
              </a:spcBef>
              <a:spcAft>
                <a:spcPts val="0"/>
              </a:spcAft>
              <a:buSzPts val="1000"/>
              <a:buChar char="•"/>
              <a:defRPr sz="1000">
                <a:latin typeface="Arial"/>
                <a:ea typeface="Arial"/>
                <a:cs typeface="Arial"/>
                <a:sym typeface="Arial"/>
              </a:defRPr>
            </a:lvl2pPr>
            <a:lvl3pPr indent="-311150" lvl="2" marL="1371600" algn="l">
              <a:lnSpc>
                <a:spcPct val="125000"/>
              </a:lnSpc>
              <a:spcBef>
                <a:spcPts val="0"/>
              </a:spcBef>
              <a:spcAft>
                <a:spcPts val="0"/>
              </a:spcAft>
              <a:buSzPts val="1300"/>
              <a:buChar char="•"/>
              <a:defRPr sz="1300" cap="none">
                <a:latin typeface="Arial"/>
                <a:ea typeface="Arial"/>
                <a:cs typeface="Arial"/>
                <a:sym typeface="Arial"/>
              </a:defRPr>
            </a:lvl3pPr>
            <a:lvl4pPr indent="-279400" lvl="3" marL="1828800" algn="l">
              <a:lnSpc>
                <a:spcPct val="125000"/>
              </a:lnSpc>
              <a:spcBef>
                <a:spcPts val="0"/>
              </a:spcBef>
              <a:spcAft>
                <a:spcPts val="0"/>
              </a:spcAft>
              <a:buSzPts val="800"/>
              <a:buChar char="•"/>
              <a:defRPr sz="800" cap="none">
                <a:latin typeface="Sen"/>
                <a:ea typeface="Sen"/>
                <a:cs typeface="Sen"/>
                <a:sym typeface="Sen"/>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3" name="Google Shape;513;p97"/>
          <p:cNvSpPr/>
          <p:nvPr>
            <p:ph idx="17" type="dgm"/>
          </p:nvPr>
        </p:nvSpPr>
        <p:spPr>
          <a:xfrm rot="5400000">
            <a:off x="7785587" y="1273523"/>
            <a:ext cx="74583" cy="13811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14" name="Google Shape;514;p97"/>
          <p:cNvSpPr txBox="1"/>
          <p:nvPr>
            <p:ph idx="18" type="body"/>
          </p:nvPr>
        </p:nvSpPr>
        <p:spPr>
          <a:xfrm>
            <a:off x="7132317" y="2001376"/>
            <a:ext cx="1381123" cy="804861"/>
          </a:xfrm>
          <a:prstGeom prst="rect">
            <a:avLst/>
          </a:prstGeom>
          <a:solidFill>
            <a:srgbClr val="F5F3F8"/>
          </a:solidFill>
          <a:ln>
            <a:noFill/>
          </a:ln>
        </p:spPr>
        <p:txBody>
          <a:bodyPr anchorCtr="0" anchor="ctr" bIns="0" lIns="0" spcFirstLastPara="1" rIns="0" wrap="square" tIns="0">
            <a:noAutofit/>
          </a:bodyPr>
          <a:lstStyle>
            <a:lvl1pPr indent="-228600" lvl="0" marL="457200" algn="ctr">
              <a:lnSpc>
                <a:spcPct val="113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317500" lvl="1" marL="914400" algn="ctr">
              <a:lnSpc>
                <a:spcPct val="113000"/>
              </a:lnSpc>
              <a:spcBef>
                <a:spcPts val="0"/>
              </a:spcBef>
              <a:spcAft>
                <a:spcPts val="0"/>
              </a:spcAft>
              <a:buClr>
                <a:schemeClr val="accent1"/>
              </a:buClr>
              <a:buSzPts val="1400"/>
              <a:buChar char="•"/>
              <a:defRPr b="1" i="0" sz="1400">
                <a:solidFill>
                  <a:schemeClr val="dk1"/>
                </a:solidFill>
                <a:latin typeface="Verdana"/>
                <a:ea typeface="Verdana"/>
                <a:cs typeface="Verdana"/>
                <a:sym typeface="Verdana"/>
              </a:defRPr>
            </a:lvl2pPr>
            <a:lvl3pPr indent="-276225" lvl="2" marL="1371600" algn="l">
              <a:lnSpc>
                <a:spcPct val="113000"/>
              </a:lnSpc>
              <a:spcBef>
                <a:spcPts val="0"/>
              </a:spcBef>
              <a:spcAft>
                <a:spcPts val="0"/>
              </a:spcAft>
              <a:buSzPts val="750"/>
              <a:buChar char="•"/>
              <a:defRPr b="1" sz="750">
                <a:solidFill>
                  <a:schemeClr val="dk1"/>
                </a:solidFill>
                <a:latin typeface="Verdana"/>
                <a:ea typeface="Verdana"/>
                <a:cs typeface="Verdana"/>
                <a:sym typeface="Verdana"/>
              </a:defRPr>
            </a:lvl3pPr>
            <a:lvl4pPr indent="-276225" lvl="3" marL="1828800" algn="l">
              <a:lnSpc>
                <a:spcPct val="113000"/>
              </a:lnSpc>
              <a:spcBef>
                <a:spcPts val="0"/>
              </a:spcBef>
              <a:spcAft>
                <a:spcPts val="0"/>
              </a:spcAft>
              <a:buSzPts val="750"/>
              <a:buChar char="•"/>
              <a:defRPr sz="750">
                <a:solidFill>
                  <a:srgbClr val="000000"/>
                </a:solidFill>
              </a:defRPr>
            </a:lvl4pPr>
            <a:lvl5pPr indent="-317500" lvl="4" marL="2286000" algn="l">
              <a:lnSpc>
                <a:spcPct val="125000"/>
              </a:lnSpc>
              <a:spcBef>
                <a:spcPts val="0"/>
              </a:spcBef>
              <a:spcAft>
                <a:spcPts val="0"/>
              </a:spcAft>
              <a:buSzPts val="1400"/>
              <a:buChar char="•"/>
              <a:defRPr>
                <a:solidFill>
                  <a:srgbClr val="000000"/>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5" name="Google Shape;515;p97"/>
          <p:cNvSpPr/>
          <p:nvPr>
            <p:ph idx="19" type="dgm"/>
          </p:nvPr>
        </p:nvSpPr>
        <p:spPr>
          <a:xfrm rot="5400000">
            <a:off x="7752210" y="2934052"/>
            <a:ext cx="141336" cy="271466"/>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16" name="Google Shape;516;p97"/>
          <p:cNvSpPr txBox="1"/>
          <p:nvPr>
            <p:ph idx="20" type="body"/>
          </p:nvPr>
        </p:nvSpPr>
        <p:spPr>
          <a:xfrm>
            <a:off x="7132317" y="3333333"/>
            <a:ext cx="1381123" cy="804860"/>
          </a:xfrm>
          <a:prstGeom prst="rect">
            <a:avLst/>
          </a:prstGeom>
          <a:no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lvl1pPr indent="-228600" lvl="0" marL="457200" algn="ctr">
              <a:lnSpc>
                <a:spcPct val="90000"/>
              </a:lnSpc>
              <a:spcBef>
                <a:spcPts val="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ctr">
              <a:lnSpc>
                <a:spcPct val="90000"/>
              </a:lnSpc>
              <a:spcBef>
                <a:spcPts val="0"/>
              </a:spcBef>
              <a:spcAft>
                <a:spcPts val="0"/>
              </a:spcAft>
              <a:buSzPts val="1250"/>
              <a:buNone/>
              <a:defRPr b="0" i="0" sz="1250" u="none" cap="none" strike="noStrike">
                <a:solidFill>
                  <a:schemeClr val="accent1"/>
                </a:solidFill>
                <a:latin typeface="Arial"/>
                <a:ea typeface="Arial"/>
                <a:cs typeface="Arial"/>
                <a:sym typeface="Arial"/>
              </a:defRPr>
            </a:lvl2pPr>
            <a:lvl3pPr indent="-311150" lvl="2" marL="1371600" algn="l">
              <a:lnSpc>
                <a:spcPct val="125000"/>
              </a:lnSpc>
              <a:spcBef>
                <a:spcPts val="0"/>
              </a:spcBef>
              <a:spcAft>
                <a:spcPts val="0"/>
              </a:spcAft>
              <a:buSzPts val="1300"/>
              <a:buChar char="•"/>
              <a:defRPr sz="1300" cap="none">
                <a:latin typeface="Arial"/>
                <a:ea typeface="Arial"/>
                <a:cs typeface="Arial"/>
                <a:sym typeface="Arial"/>
              </a:defRPr>
            </a:lvl3pPr>
            <a:lvl4pPr indent="-279400" lvl="3" marL="1828800" algn="l">
              <a:lnSpc>
                <a:spcPct val="125000"/>
              </a:lnSpc>
              <a:spcBef>
                <a:spcPts val="0"/>
              </a:spcBef>
              <a:spcAft>
                <a:spcPts val="0"/>
              </a:spcAft>
              <a:buSzPts val="800"/>
              <a:buChar char="•"/>
              <a:defRPr sz="800" cap="none">
                <a:latin typeface="Sen"/>
                <a:ea typeface="Sen"/>
                <a:cs typeface="Sen"/>
                <a:sym typeface="Sen"/>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grpSp>
        <p:nvGrpSpPr>
          <p:cNvPr id="517" name="Google Shape;517;p97"/>
          <p:cNvGrpSpPr/>
          <p:nvPr/>
        </p:nvGrpSpPr>
        <p:grpSpPr>
          <a:xfrm>
            <a:off x="331191" y="4746709"/>
            <a:ext cx="804755" cy="207184"/>
            <a:chOff x="4767702" y="-472136"/>
            <a:chExt cx="745525" cy="191931"/>
          </a:xfrm>
        </p:grpSpPr>
        <p:sp>
          <p:nvSpPr>
            <p:cNvPr id="518" name="Google Shape;518;p97"/>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519" name="Google Shape;519;p97"/>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520" name="Google Shape;520;p97"/>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521" name="Google Shape;521;p97"/>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2" name="Google Shape;522;p97"/>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3" name="Google Shape;523;p97"/>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Chart">
  <p:cSld name="Title and Content with Chart">
    <p:spTree>
      <p:nvGrpSpPr>
        <p:cNvPr id="524" name="Shape 524"/>
        <p:cNvGrpSpPr/>
        <p:nvPr/>
      </p:nvGrpSpPr>
      <p:grpSpPr>
        <a:xfrm>
          <a:off x="0" y="0"/>
          <a:ext cx="0" cy="0"/>
          <a:chOff x="0" y="0"/>
          <a:chExt cx="0" cy="0"/>
        </a:xfrm>
      </p:grpSpPr>
      <p:sp>
        <p:nvSpPr>
          <p:cNvPr id="525" name="Google Shape;525;p98"/>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6" name="Google Shape;526;p98"/>
          <p:cNvSpPr txBox="1"/>
          <p:nvPr>
            <p:ph idx="1" type="body"/>
          </p:nvPr>
        </p:nvSpPr>
        <p:spPr>
          <a:xfrm>
            <a:off x="333730" y="1069097"/>
            <a:ext cx="8477998"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7" name="Google Shape;527;p98"/>
          <p:cNvSpPr txBox="1"/>
          <p:nvPr>
            <p:ph idx="2" type="body"/>
          </p:nvPr>
        </p:nvSpPr>
        <p:spPr>
          <a:xfrm>
            <a:off x="331526" y="1340691"/>
            <a:ext cx="2120260" cy="3338575"/>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8" name="Google Shape;528;p98"/>
          <p:cNvSpPr/>
          <p:nvPr>
            <p:ph idx="3" type="chart"/>
          </p:nvPr>
        </p:nvSpPr>
        <p:spPr>
          <a:xfrm>
            <a:off x="2813050" y="1339889"/>
            <a:ext cx="5991225" cy="2990367"/>
          </a:xfrm>
          <a:prstGeom prst="rect">
            <a:avLst/>
          </a:prstGeom>
          <a:noFill/>
          <a:ln>
            <a:noFill/>
          </a:ln>
        </p:spPr>
        <p:txBody>
          <a:bodyPr anchorCtr="0" anchor="ctr" bIns="0" lIns="0" spcFirstLastPara="1" rIns="0" wrap="square" tIns="0">
            <a:noAutofit/>
          </a:bodyPr>
          <a:lstStyle>
            <a:lvl1pPr lvl="0" marR="0" rtl="0" algn="ctr">
              <a:lnSpc>
                <a:spcPct val="125000"/>
              </a:lnSpc>
              <a:spcBef>
                <a:spcPts val="0"/>
              </a:spcBef>
              <a:spcAft>
                <a:spcPts val="0"/>
              </a:spcAft>
              <a:buClr>
                <a:schemeClr val="dk1"/>
              </a:buClr>
              <a:buSzPts val="1400"/>
              <a:buFont typeface="Arial"/>
              <a:buNone/>
              <a:defRPr b="0" i="0" sz="1400" u="none" cap="none" strike="noStrike">
                <a:solidFill>
                  <a:schemeClr val="dk1"/>
                </a:solidFill>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29" name="Google Shape;529;p98"/>
          <p:cNvSpPr txBox="1"/>
          <p:nvPr>
            <p:ph idx="4" type="body"/>
          </p:nvPr>
        </p:nvSpPr>
        <p:spPr>
          <a:xfrm>
            <a:off x="2813050" y="4443975"/>
            <a:ext cx="6007204" cy="235291"/>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200"/>
              <a:buNone/>
              <a:defRPr sz="1200"/>
            </a:lvl1pPr>
            <a:lvl2pPr indent="-304800" lvl="1" marL="914400" algn="l">
              <a:lnSpc>
                <a:spcPct val="125000"/>
              </a:lnSpc>
              <a:spcBef>
                <a:spcPts val="0"/>
              </a:spcBef>
              <a:spcAft>
                <a:spcPts val="0"/>
              </a:spcAft>
              <a:buSzPts val="1200"/>
              <a:buChar char="•"/>
              <a:defRPr sz="1200"/>
            </a:lvl2pPr>
            <a:lvl3pPr indent="-304800" lvl="2" marL="1371600" algn="l">
              <a:lnSpc>
                <a:spcPct val="125000"/>
              </a:lnSpc>
              <a:spcBef>
                <a:spcPts val="0"/>
              </a:spcBef>
              <a:spcAft>
                <a:spcPts val="0"/>
              </a:spcAft>
              <a:buSzPts val="1200"/>
              <a:buChar char="•"/>
              <a:defRPr sz="1200"/>
            </a:lvl3pPr>
            <a:lvl4pPr indent="-304800" lvl="3" marL="1828800" algn="l">
              <a:lnSpc>
                <a:spcPct val="125000"/>
              </a:lnSpc>
              <a:spcBef>
                <a:spcPts val="0"/>
              </a:spcBef>
              <a:spcAft>
                <a:spcPts val="0"/>
              </a:spcAft>
              <a:buSzPts val="1200"/>
              <a:buChar char="•"/>
              <a:defRPr sz="1200"/>
            </a:lvl4pPr>
            <a:lvl5pPr indent="-304800" lvl="4" marL="2286000" algn="l">
              <a:lnSpc>
                <a:spcPct val="125000"/>
              </a:lnSpc>
              <a:spcBef>
                <a:spcPts val="0"/>
              </a:spcBef>
              <a:spcAft>
                <a:spcPts val="0"/>
              </a:spcAft>
              <a:buSzPts val="1200"/>
              <a:buChar char="•"/>
              <a:defRPr sz="12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0" name="Google Shape;530;p98"/>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1" name="Google Shape;531;p98"/>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98"/>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peline">
  <p:cSld name="Pipeline">
    <p:spTree>
      <p:nvGrpSpPr>
        <p:cNvPr id="533" name="Shape 533"/>
        <p:cNvGrpSpPr/>
        <p:nvPr/>
      </p:nvGrpSpPr>
      <p:grpSpPr>
        <a:xfrm>
          <a:off x="0" y="0"/>
          <a:ext cx="0" cy="0"/>
          <a:chOff x="0" y="0"/>
          <a:chExt cx="0" cy="0"/>
        </a:xfrm>
      </p:grpSpPr>
      <p:sp>
        <p:nvSpPr>
          <p:cNvPr id="534" name="Google Shape;534;p99"/>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5" name="Google Shape;535;p99"/>
          <p:cNvSpPr txBox="1"/>
          <p:nvPr>
            <p:ph idx="1" type="body"/>
          </p:nvPr>
        </p:nvSpPr>
        <p:spPr>
          <a:xfrm>
            <a:off x="333730" y="1069097"/>
            <a:ext cx="8477998"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6" name="Google Shape;536;p99"/>
          <p:cNvSpPr/>
          <p:nvPr>
            <p:ph idx="2" type="pic"/>
          </p:nvPr>
        </p:nvSpPr>
        <p:spPr>
          <a:xfrm>
            <a:off x="863819" y="1521256"/>
            <a:ext cx="916903" cy="910404"/>
          </a:xfrm>
          <a:prstGeom prst="rect">
            <a:avLst/>
          </a:prstGeom>
          <a:noFill/>
          <a:ln>
            <a:noFill/>
          </a:ln>
        </p:spPr>
      </p:sp>
      <p:sp>
        <p:nvSpPr>
          <p:cNvPr id="537" name="Google Shape;537;p99"/>
          <p:cNvSpPr txBox="1"/>
          <p:nvPr>
            <p:ph idx="3" type="body"/>
          </p:nvPr>
        </p:nvSpPr>
        <p:spPr>
          <a:xfrm>
            <a:off x="332271" y="2758613"/>
            <a:ext cx="1980000" cy="358747"/>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b="0" i="1" sz="1400">
                <a:solidFill>
                  <a:schemeClr val="accent2"/>
                </a:solidFill>
                <a:latin typeface="Georgia"/>
                <a:ea typeface="Georgia"/>
                <a:cs typeface="Georgia"/>
                <a:sym typeface="Georgi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8" name="Google Shape;538;p99"/>
          <p:cNvSpPr/>
          <p:nvPr>
            <p:ph idx="4" type="dgm"/>
          </p:nvPr>
        </p:nvSpPr>
        <p:spPr>
          <a:xfrm>
            <a:off x="1208555" y="3220952"/>
            <a:ext cx="219579" cy="2180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39" name="Google Shape;539;p99"/>
          <p:cNvSpPr txBox="1"/>
          <p:nvPr>
            <p:ph idx="5" type="body"/>
          </p:nvPr>
        </p:nvSpPr>
        <p:spPr>
          <a:xfrm>
            <a:off x="332271" y="3542567"/>
            <a:ext cx="1980000" cy="971438"/>
          </a:xfrm>
          <a:prstGeom prst="rect">
            <a:avLst/>
          </a:prstGeom>
          <a:noFill/>
          <a:ln>
            <a:noFill/>
          </a:ln>
        </p:spPr>
        <p:txBody>
          <a:bodyPr anchorCtr="0" anchor="t" bIns="0" lIns="0" spcFirstLastPara="1" rIns="0" wrap="square" tIns="0">
            <a:noAutofit/>
          </a:bodyPr>
          <a:lstStyle>
            <a:lvl1pPr indent="-228600" lvl="0" marL="457200" algn="ctr">
              <a:lnSpc>
                <a:spcPct val="125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0" name="Google Shape;540;p99"/>
          <p:cNvSpPr/>
          <p:nvPr>
            <p:ph idx="6" type="pic"/>
          </p:nvPr>
        </p:nvSpPr>
        <p:spPr>
          <a:xfrm>
            <a:off x="3030305" y="1521256"/>
            <a:ext cx="916903" cy="910404"/>
          </a:xfrm>
          <a:prstGeom prst="rect">
            <a:avLst/>
          </a:prstGeom>
          <a:noFill/>
          <a:ln>
            <a:noFill/>
          </a:ln>
        </p:spPr>
      </p:sp>
      <p:sp>
        <p:nvSpPr>
          <p:cNvPr id="541" name="Google Shape;541;p99"/>
          <p:cNvSpPr txBox="1"/>
          <p:nvPr>
            <p:ph idx="7" type="body"/>
          </p:nvPr>
        </p:nvSpPr>
        <p:spPr>
          <a:xfrm>
            <a:off x="2498757" y="2758613"/>
            <a:ext cx="1980000" cy="358747"/>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b="0" i="1" sz="1400">
                <a:solidFill>
                  <a:schemeClr val="accent2"/>
                </a:solidFill>
                <a:latin typeface="Georgia"/>
                <a:ea typeface="Georgia"/>
                <a:cs typeface="Georgia"/>
                <a:sym typeface="Georgi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2" name="Google Shape;542;p99"/>
          <p:cNvSpPr/>
          <p:nvPr>
            <p:ph idx="8" type="dgm"/>
          </p:nvPr>
        </p:nvSpPr>
        <p:spPr>
          <a:xfrm>
            <a:off x="3375041" y="3220952"/>
            <a:ext cx="219579" cy="2180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43" name="Google Shape;543;p99"/>
          <p:cNvSpPr txBox="1"/>
          <p:nvPr>
            <p:ph idx="9" type="body"/>
          </p:nvPr>
        </p:nvSpPr>
        <p:spPr>
          <a:xfrm>
            <a:off x="2498757" y="3542567"/>
            <a:ext cx="1980000" cy="971438"/>
          </a:xfrm>
          <a:prstGeom prst="rect">
            <a:avLst/>
          </a:prstGeom>
          <a:noFill/>
          <a:ln>
            <a:noFill/>
          </a:ln>
        </p:spPr>
        <p:txBody>
          <a:bodyPr anchorCtr="0" anchor="t" bIns="0" lIns="0" spcFirstLastPara="1" rIns="0" wrap="square" tIns="0">
            <a:noAutofit/>
          </a:bodyPr>
          <a:lstStyle>
            <a:lvl1pPr indent="-228600" lvl="0" marL="457200" algn="ctr">
              <a:lnSpc>
                <a:spcPct val="125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4" name="Google Shape;544;p99"/>
          <p:cNvSpPr/>
          <p:nvPr>
            <p:ph idx="13" type="pic"/>
          </p:nvPr>
        </p:nvSpPr>
        <p:spPr>
          <a:xfrm>
            <a:off x="5196791" y="1521256"/>
            <a:ext cx="916903" cy="910404"/>
          </a:xfrm>
          <a:prstGeom prst="rect">
            <a:avLst/>
          </a:prstGeom>
          <a:noFill/>
          <a:ln>
            <a:noFill/>
          </a:ln>
        </p:spPr>
      </p:sp>
      <p:sp>
        <p:nvSpPr>
          <p:cNvPr id="545" name="Google Shape;545;p99"/>
          <p:cNvSpPr txBox="1"/>
          <p:nvPr>
            <p:ph idx="14" type="body"/>
          </p:nvPr>
        </p:nvSpPr>
        <p:spPr>
          <a:xfrm>
            <a:off x="4665243" y="2758613"/>
            <a:ext cx="1980000" cy="358747"/>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b="0" i="1" sz="1400">
                <a:solidFill>
                  <a:schemeClr val="accent2"/>
                </a:solidFill>
                <a:latin typeface="Georgia"/>
                <a:ea typeface="Georgia"/>
                <a:cs typeface="Georgia"/>
                <a:sym typeface="Georgi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6" name="Google Shape;546;p99"/>
          <p:cNvSpPr/>
          <p:nvPr>
            <p:ph idx="15" type="dgm"/>
          </p:nvPr>
        </p:nvSpPr>
        <p:spPr>
          <a:xfrm>
            <a:off x="5541527" y="3220952"/>
            <a:ext cx="219579" cy="2180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47" name="Google Shape;547;p99"/>
          <p:cNvSpPr txBox="1"/>
          <p:nvPr>
            <p:ph idx="16" type="body"/>
          </p:nvPr>
        </p:nvSpPr>
        <p:spPr>
          <a:xfrm>
            <a:off x="4665243" y="3542567"/>
            <a:ext cx="1980000" cy="971438"/>
          </a:xfrm>
          <a:prstGeom prst="rect">
            <a:avLst/>
          </a:prstGeom>
          <a:noFill/>
          <a:ln>
            <a:noFill/>
          </a:ln>
        </p:spPr>
        <p:txBody>
          <a:bodyPr anchorCtr="0" anchor="t" bIns="0" lIns="0" spcFirstLastPara="1" rIns="0" wrap="square" tIns="0">
            <a:noAutofit/>
          </a:bodyPr>
          <a:lstStyle>
            <a:lvl1pPr indent="-228600" lvl="0" marL="457200" algn="ctr">
              <a:lnSpc>
                <a:spcPct val="125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8" name="Google Shape;548;p99"/>
          <p:cNvSpPr/>
          <p:nvPr>
            <p:ph idx="17" type="pic"/>
          </p:nvPr>
        </p:nvSpPr>
        <p:spPr>
          <a:xfrm>
            <a:off x="7363278" y="1521256"/>
            <a:ext cx="916903" cy="910404"/>
          </a:xfrm>
          <a:prstGeom prst="rect">
            <a:avLst/>
          </a:prstGeom>
          <a:noFill/>
          <a:ln>
            <a:noFill/>
          </a:ln>
        </p:spPr>
      </p:sp>
      <p:sp>
        <p:nvSpPr>
          <p:cNvPr id="549" name="Google Shape;549;p99"/>
          <p:cNvSpPr txBox="1"/>
          <p:nvPr>
            <p:ph idx="18" type="body"/>
          </p:nvPr>
        </p:nvSpPr>
        <p:spPr>
          <a:xfrm>
            <a:off x="6831730" y="2758613"/>
            <a:ext cx="1980000" cy="358747"/>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b="0" i="1" sz="1400">
                <a:solidFill>
                  <a:schemeClr val="accent2"/>
                </a:solidFill>
                <a:latin typeface="Georgia"/>
                <a:ea typeface="Georgia"/>
                <a:cs typeface="Georgia"/>
                <a:sym typeface="Georgi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0" name="Google Shape;550;p99"/>
          <p:cNvSpPr/>
          <p:nvPr>
            <p:ph idx="19" type="dgm"/>
          </p:nvPr>
        </p:nvSpPr>
        <p:spPr>
          <a:xfrm>
            <a:off x="7708014" y="3220952"/>
            <a:ext cx="219579" cy="218023"/>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51" name="Google Shape;551;p99"/>
          <p:cNvSpPr txBox="1"/>
          <p:nvPr>
            <p:ph idx="20" type="body"/>
          </p:nvPr>
        </p:nvSpPr>
        <p:spPr>
          <a:xfrm>
            <a:off x="6831730" y="3542567"/>
            <a:ext cx="1980000" cy="971438"/>
          </a:xfrm>
          <a:prstGeom prst="rect">
            <a:avLst/>
          </a:prstGeom>
          <a:noFill/>
          <a:ln>
            <a:noFill/>
          </a:ln>
        </p:spPr>
        <p:txBody>
          <a:bodyPr anchorCtr="0" anchor="t" bIns="0" lIns="0" spcFirstLastPara="1" rIns="0" wrap="square" tIns="0">
            <a:noAutofit/>
          </a:bodyPr>
          <a:lstStyle>
            <a:lvl1pPr indent="-228600" lvl="0" marL="457200" algn="ctr">
              <a:lnSpc>
                <a:spcPct val="125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2" name="Google Shape;552;p99"/>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3" name="Google Shape;553;p99"/>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4" name="Google Shape;554;p99"/>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55" name="Shape 555"/>
        <p:cNvGrpSpPr/>
        <p:nvPr/>
      </p:nvGrpSpPr>
      <p:grpSpPr>
        <a:xfrm>
          <a:off x="0" y="0"/>
          <a:ext cx="0" cy="0"/>
          <a:chOff x="0" y="0"/>
          <a:chExt cx="0" cy="0"/>
        </a:xfrm>
      </p:grpSpPr>
      <p:sp>
        <p:nvSpPr>
          <p:cNvPr id="556" name="Google Shape;556;p100"/>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7" name="Google Shape;557;p100"/>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8" name="Google Shape;558;p100"/>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9" name="Google Shape;559;p100"/>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bg>
      <p:bgPr>
        <a:solidFill>
          <a:schemeClr val="lt1"/>
        </a:solidFill>
      </p:bgPr>
    </p:bg>
    <p:spTree>
      <p:nvGrpSpPr>
        <p:cNvPr id="560" name="Shape 560"/>
        <p:cNvGrpSpPr/>
        <p:nvPr/>
      </p:nvGrpSpPr>
      <p:grpSpPr>
        <a:xfrm>
          <a:off x="0" y="0"/>
          <a:ext cx="0" cy="0"/>
          <a:chOff x="0" y="0"/>
          <a:chExt cx="0" cy="0"/>
        </a:xfrm>
      </p:grpSpPr>
      <p:sp>
        <p:nvSpPr>
          <p:cNvPr id="561" name="Google Shape;561;p101"/>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2" name="Google Shape;562;p101"/>
          <p:cNvSpPr txBox="1"/>
          <p:nvPr>
            <p:ph idx="1" type="body"/>
          </p:nvPr>
        </p:nvSpPr>
        <p:spPr>
          <a:xfrm>
            <a:off x="333730" y="1069097"/>
            <a:ext cx="8477998"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0"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3" name="Google Shape;563;p101"/>
          <p:cNvSpPr txBox="1"/>
          <p:nvPr>
            <p:ph idx="2" type="body"/>
          </p:nvPr>
        </p:nvSpPr>
        <p:spPr>
          <a:xfrm>
            <a:off x="278606" y="1742069"/>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4" name="Google Shape;564;p101"/>
          <p:cNvSpPr txBox="1"/>
          <p:nvPr>
            <p:ph idx="3" type="body"/>
          </p:nvPr>
        </p:nvSpPr>
        <p:spPr>
          <a:xfrm>
            <a:off x="1518973" y="3243607"/>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b="0" i="0"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5" name="Google Shape;565;p101"/>
          <p:cNvSpPr txBox="1"/>
          <p:nvPr>
            <p:ph idx="4" type="body"/>
          </p:nvPr>
        </p:nvSpPr>
        <p:spPr>
          <a:xfrm>
            <a:off x="2762252" y="1742069"/>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Font typeface="Arial"/>
              <a:buNone/>
              <a:defRPr b="0"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b="0" i="0"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6" name="Google Shape;566;p101"/>
          <p:cNvSpPr txBox="1"/>
          <p:nvPr>
            <p:ph idx="5" type="body"/>
          </p:nvPr>
        </p:nvSpPr>
        <p:spPr>
          <a:xfrm>
            <a:off x="3999160" y="3243607"/>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b="0" i="0"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7" name="Google Shape;567;p101"/>
          <p:cNvSpPr txBox="1"/>
          <p:nvPr>
            <p:ph idx="6" type="body"/>
          </p:nvPr>
        </p:nvSpPr>
        <p:spPr>
          <a:xfrm>
            <a:off x="5245898" y="1742069"/>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b="0" i="0"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8" name="Google Shape;568;p101"/>
          <p:cNvSpPr txBox="1"/>
          <p:nvPr>
            <p:ph idx="7" type="body"/>
          </p:nvPr>
        </p:nvSpPr>
        <p:spPr>
          <a:xfrm>
            <a:off x="6479347" y="3243607"/>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b="0" i="0"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9" name="Google Shape;569;p101"/>
          <p:cNvSpPr txBox="1"/>
          <p:nvPr>
            <p:ph idx="8" type="body"/>
          </p:nvPr>
        </p:nvSpPr>
        <p:spPr>
          <a:xfrm>
            <a:off x="7729545" y="1742069"/>
            <a:ext cx="1135118" cy="1127578"/>
          </a:xfrm>
          <a:prstGeom prst="rect">
            <a:avLst/>
          </a:prstGeom>
          <a:solidFill>
            <a:schemeClr val="lt1"/>
          </a:solidFill>
          <a:ln>
            <a:noFill/>
          </a:ln>
        </p:spPr>
        <p:txBody>
          <a:bodyPr anchorCtr="1" anchor="ctr" bIns="0" lIns="0" spcFirstLastPara="1" rIns="0" wrap="square" tIns="0">
            <a:noAutofit/>
          </a:bodyPr>
          <a:lstStyle>
            <a:lvl1pPr indent="-228600" lvl="0" marL="457200" algn="ctr">
              <a:lnSpc>
                <a:spcPct val="100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ctr">
              <a:lnSpc>
                <a:spcPct val="100000"/>
              </a:lnSpc>
              <a:spcBef>
                <a:spcPts val="200"/>
              </a:spcBef>
              <a:spcAft>
                <a:spcPts val="0"/>
              </a:spcAft>
              <a:buSzPts val="1400"/>
              <a:buFont typeface="Arial"/>
              <a:buNone/>
              <a:defRPr b="0" i="0" sz="1400">
                <a:solidFill>
                  <a:schemeClr val="dk1"/>
                </a:solidFill>
                <a:latin typeface="Verdana"/>
                <a:ea typeface="Verdana"/>
                <a:cs typeface="Verdana"/>
                <a:sym typeface="Verdana"/>
              </a:defRPr>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570" name="Google Shape;570;p101"/>
          <p:cNvCxnSpPr/>
          <p:nvPr/>
        </p:nvCxnSpPr>
        <p:spPr>
          <a:xfrm>
            <a:off x="342000" y="3038878"/>
            <a:ext cx="8460000" cy="0"/>
          </a:xfrm>
          <a:prstGeom prst="straightConnector1">
            <a:avLst/>
          </a:prstGeom>
          <a:noFill/>
          <a:ln cap="flat" cmpd="sng" w="9525">
            <a:solidFill>
              <a:schemeClr val="dk1"/>
            </a:solidFill>
            <a:prstDash val="solid"/>
            <a:miter lim="800000"/>
            <a:headEnd len="sm" w="sm" type="none"/>
            <a:tailEnd len="sm" w="sm" type="none"/>
          </a:ln>
        </p:spPr>
      </p:cxnSp>
      <p:sp>
        <p:nvSpPr>
          <p:cNvPr id="571" name="Google Shape;571;p101"/>
          <p:cNvSpPr/>
          <p:nvPr>
            <p:ph idx="9" type="dgm"/>
          </p:nvPr>
        </p:nvSpPr>
        <p:spPr>
          <a:xfrm>
            <a:off x="809906"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2" name="Google Shape;572;p101"/>
          <p:cNvSpPr/>
          <p:nvPr>
            <p:ph idx="13" type="dgm"/>
          </p:nvPr>
        </p:nvSpPr>
        <p:spPr>
          <a:xfrm>
            <a:off x="2050273"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3" name="Google Shape;573;p101"/>
          <p:cNvSpPr/>
          <p:nvPr>
            <p:ph idx="14" type="dgm"/>
          </p:nvPr>
        </p:nvSpPr>
        <p:spPr>
          <a:xfrm>
            <a:off x="3290640"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4" name="Google Shape;574;p101"/>
          <p:cNvSpPr/>
          <p:nvPr>
            <p:ph idx="15" type="dgm"/>
          </p:nvPr>
        </p:nvSpPr>
        <p:spPr>
          <a:xfrm>
            <a:off x="4531007"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5" name="Google Shape;575;p101"/>
          <p:cNvSpPr/>
          <p:nvPr>
            <p:ph idx="16" type="dgm"/>
          </p:nvPr>
        </p:nvSpPr>
        <p:spPr>
          <a:xfrm>
            <a:off x="5771374"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6" name="Google Shape;576;p101"/>
          <p:cNvSpPr/>
          <p:nvPr>
            <p:ph idx="17" type="dgm"/>
          </p:nvPr>
        </p:nvSpPr>
        <p:spPr>
          <a:xfrm>
            <a:off x="7011741"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7" name="Google Shape;577;p101"/>
          <p:cNvSpPr/>
          <p:nvPr>
            <p:ph idx="18" type="dgm"/>
          </p:nvPr>
        </p:nvSpPr>
        <p:spPr>
          <a:xfrm>
            <a:off x="8252108" y="3002878"/>
            <a:ext cx="72515" cy="72000"/>
          </a:xfrm>
          <a:prstGeom prst="rect">
            <a:avLst/>
          </a:prstGeom>
          <a:solidFill>
            <a:schemeClr val="accent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00"/>
              <a:buFont typeface="Arial"/>
              <a:buNone/>
              <a:defRPr b="0" i="0" sz="1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578" name="Google Shape;578;p101"/>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9" name="Google Shape;579;p101"/>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0" name="Google Shape;580;p101"/>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urple">
  <p:cSld name="Empty Purple">
    <p:spTree>
      <p:nvGrpSpPr>
        <p:cNvPr id="581" name="Shape 581"/>
        <p:cNvGrpSpPr/>
        <p:nvPr/>
      </p:nvGrpSpPr>
      <p:grpSpPr>
        <a:xfrm>
          <a:off x="0" y="0"/>
          <a:ext cx="0" cy="0"/>
          <a:chOff x="0" y="0"/>
          <a:chExt cx="0" cy="0"/>
        </a:xfrm>
      </p:grpSpPr>
      <p:sp>
        <p:nvSpPr>
          <p:cNvPr id="582" name="Google Shape;582;p102"/>
          <p:cNvSpPr/>
          <p:nvPr/>
        </p:nvSpPr>
        <p:spPr>
          <a:xfrm>
            <a:off x="0" y="0"/>
            <a:ext cx="9144000" cy="5143500"/>
          </a:xfrm>
          <a:prstGeom prst="rect">
            <a:avLst/>
          </a:prstGeom>
          <a:solidFill>
            <a:srgbClr val="2300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Verdana"/>
              <a:ea typeface="Verdana"/>
              <a:cs typeface="Verdana"/>
              <a:sym typeface="Verdana"/>
            </a:endParaRPr>
          </a:p>
        </p:txBody>
      </p:sp>
      <p:sp>
        <p:nvSpPr>
          <p:cNvPr id="583" name="Google Shape;583;p102"/>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4" name="Google Shape;584;p102"/>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5" name="Google Shape;585;p102"/>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586" name="Shape 586"/>
        <p:cNvGrpSpPr/>
        <p:nvPr/>
      </p:nvGrpSpPr>
      <p:grpSpPr>
        <a:xfrm>
          <a:off x="0" y="0"/>
          <a:ext cx="0" cy="0"/>
          <a:chOff x="0" y="0"/>
          <a:chExt cx="0" cy="0"/>
        </a:xfrm>
      </p:grpSpPr>
      <p:sp>
        <p:nvSpPr>
          <p:cNvPr id="587" name="Google Shape;587;p103"/>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8" name="Google Shape;588;p103"/>
          <p:cNvSpPr txBox="1"/>
          <p:nvPr>
            <p:ph idx="1" type="body"/>
          </p:nvPr>
        </p:nvSpPr>
        <p:spPr>
          <a:xfrm>
            <a:off x="333730" y="1071318"/>
            <a:ext cx="847800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1"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9" name="Google Shape;589;p103"/>
          <p:cNvSpPr txBox="1"/>
          <p:nvPr>
            <p:ph idx="2" type="body"/>
          </p:nvPr>
        </p:nvSpPr>
        <p:spPr>
          <a:xfrm>
            <a:off x="331525" y="1340692"/>
            <a:ext cx="8478000" cy="3209012"/>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590" name="Google Shape;590;p103"/>
          <p:cNvCxnSpPr/>
          <p:nvPr/>
        </p:nvCxnSpPr>
        <p:spPr>
          <a:xfrm rot="10800000">
            <a:off x="719987" y="5181600"/>
            <a:ext cx="0" cy="307188"/>
          </a:xfrm>
          <a:prstGeom prst="straightConnector1">
            <a:avLst/>
          </a:prstGeom>
          <a:noFill/>
          <a:ln cap="flat" cmpd="sng" w="9525">
            <a:solidFill>
              <a:schemeClr val="accent1"/>
            </a:solidFill>
            <a:prstDash val="solid"/>
            <a:miter lim="800000"/>
            <a:headEnd len="sm" w="sm" type="none"/>
            <a:tailEnd len="med" w="med" type="triangle"/>
          </a:ln>
        </p:spPr>
      </p:cxnSp>
      <p:pic>
        <p:nvPicPr>
          <p:cNvPr id="591" name="Google Shape;591;p103"/>
          <p:cNvPicPr preferRelativeResize="0"/>
          <p:nvPr/>
        </p:nvPicPr>
        <p:blipFill rotWithShape="1">
          <a:blip r:embed="rId2">
            <a:alphaModFix/>
          </a:blip>
          <a:srcRect b="0" l="0" r="0" t="0"/>
          <a:stretch/>
        </p:blipFill>
        <p:spPr>
          <a:xfrm>
            <a:off x="228654" y="6291006"/>
            <a:ext cx="2682186" cy="1256214"/>
          </a:xfrm>
          <a:prstGeom prst="rect">
            <a:avLst/>
          </a:prstGeom>
          <a:noFill/>
          <a:ln>
            <a:noFill/>
          </a:ln>
        </p:spPr>
      </p:pic>
      <p:cxnSp>
        <p:nvCxnSpPr>
          <p:cNvPr id="592" name="Google Shape;592;p103"/>
          <p:cNvCxnSpPr/>
          <p:nvPr/>
        </p:nvCxnSpPr>
        <p:spPr>
          <a:xfrm>
            <a:off x="-525780" y="1455076"/>
            <a:ext cx="499007" cy="0"/>
          </a:xfrm>
          <a:prstGeom prst="straightConnector1">
            <a:avLst/>
          </a:prstGeom>
          <a:noFill/>
          <a:ln cap="flat" cmpd="sng" w="9525">
            <a:solidFill>
              <a:schemeClr val="accent1"/>
            </a:solidFill>
            <a:prstDash val="solid"/>
            <a:miter lim="800000"/>
            <a:headEnd len="sm" w="sm" type="none"/>
            <a:tailEnd len="med" w="med" type="triangle"/>
          </a:ln>
        </p:spPr>
      </p:cxnSp>
      <p:pic>
        <p:nvPicPr>
          <p:cNvPr id="593" name="Google Shape;593;p103"/>
          <p:cNvPicPr preferRelativeResize="0"/>
          <p:nvPr/>
        </p:nvPicPr>
        <p:blipFill rotWithShape="1">
          <a:blip r:embed="rId3">
            <a:alphaModFix/>
          </a:blip>
          <a:srcRect b="0" l="0" r="0" t="0"/>
          <a:stretch/>
        </p:blipFill>
        <p:spPr>
          <a:xfrm>
            <a:off x="-2284295" y="2663190"/>
            <a:ext cx="640080" cy="780098"/>
          </a:xfrm>
          <a:prstGeom prst="rect">
            <a:avLst/>
          </a:prstGeom>
          <a:noFill/>
          <a:ln>
            <a:noFill/>
          </a:ln>
        </p:spPr>
      </p:pic>
      <p:cxnSp>
        <p:nvCxnSpPr>
          <p:cNvPr id="594" name="Google Shape;594;p103"/>
          <p:cNvCxnSpPr/>
          <p:nvPr/>
        </p:nvCxnSpPr>
        <p:spPr>
          <a:xfrm rot="10800000">
            <a:off x="6963618" y="5236845"/>
            <a:ext cx="0" cy="325344"/>
          </a:xfrm>
          <a:prstGeom prst="straightConnector1">
            <a:avLst/>
          </a:prstGeom>
          <a:noFill/>
          <a:ln cap="flat" cmpd="sng" w="9525">
            <a:solidFill>
              <a:schemeClr val="accent1"/>
            </a:solidFill>
            <a:prstDash val="solid"/>
            <a:miter lim="800000"/>
            <a:headEnd len="sm" w="sm" type="none"/>
            <a:tailEnd len="med" w="med" type="triangle"/>
          </a:ln>
        </p:spPr>
      </p:cxnSp>
      <p:sp>
        <p:nvSpPr>
          <p:cNvPr id="595" name="Google Shape;595;p103"/>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6" name="Google Shape;596;p103"/>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7" name="Google Shape;597;p103"/>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98" name="Google Shape;598;p103"/>
          <p:cNvSpPr txBox="1"/>
          <p:nvPr/>
        </p:nvSpPr>
        <p:spPr>
          <a:xfrm>
            <a:off x="121920" y="5617030"/>
            <a:ext cx="5577840" cy="600164"/>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Maintain the logo protection area:</a:t>
            </a:r>
            <a:endParaRPr/>
          </a:p>
          <a:p>
            <a:pPr indent="0" lvl="0" marL="0" marR="0" rtl="0" algn="l">
              <a:spcBef>
                <a:spcPts val="0"/>
              </a:spcBef>
              <a:spcAft>
                <a:spcPts val="0"/>
              </a:spcAft>
              <a:buNone/>
            </a:pPr>
            <a:r>
              <a:rPr lang="en-US" sz="1100">
                <a:solidFill>
                  <a:schemeClr val="dk1"/>
                </a:solidFill>
                <a:latin typeface="Verdana"/>
                <a:ea typeface="Verdana"/>
                <a:cs typeface="Verdana"/>
                <a:sym typeface="Verdana"/>
              </a:rPr>
              <a:t>Please do not allow your content to be too close of over the Sanofi logo. There should always be enough free space around the logo.</a:t>
            </a:r>
            <a:endParaRPr/>
          </a:p>
        </p:txBody>
      </p:sp>
      <p:sp>
        <p:nvSpPr>
          <p:cNvPr id="599" name="Google Shape;599;p103"/>
          <p:cNvSpPr txBox="1"/>
          <p:nvPr/>
        </p:nvSpPr>
        <p:spPr>
          <a:xfrm>
            <a:off x="5819567" y="5618210"/>
            <a:ext cx="3324431" cy="938719"/>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change date format:</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Go to the “Insert” tab in the top ribbon</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“Header &amp; Footer”</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Choose the desired date format from </a:t>
            </a:r>
            <a:endParaRPr/>
          </a:p>
          <a:p>
            <a:pPr indent="-285750" lvl="0" marL="2857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the dropdown and save your changes</a:t>
            </a:r>
            <a:endParaRPr/>
          </a:p>
        </p:txBody>
      </p:sp>
      <p:pic>
        <p:nvPicPr>
          <p:cNvPr descr="A picture containing text, design&#10;&#10;Description automatically generated" id="600" name="Google Shape;600;p103"/>
          <p:cNvPicPr preferRelativeResize="0"/>
          <p:nvPr/>
        </p:nvPicPr>
        <p:blipFill rotWithShape="1">
          <a:blip r:embed="rId4">
            <a:alphaModFix/>
          </a:blip>
          <a:srcRect b="0" l="0" r="0" t="0"/>
          <a:stretch/>
        </p:blipFill>
        <p:spPr>
          <a:xfrm>
            <a:off x="5819567" y="6626290"/>
            <a:ext cx="522697" cy="733227"/>
          </a:xfrm>
          <a:prstGeom prst="rect">
            <a:avLst/>
          </a:prstGeom>
          <a:noFill/>
          <a:ln>
            <a:noFill/>
          </a:ln>
        </p:spPr>
      </p:pic>
      <p:sp>
        <p:nvSpPr>
          <p:cNvPr id="601" name="Google Shape;601;p103"/>
          <p:cNvSpPr txBox="1"/>
          <p:nvPr/>
        </p:nvSpPr>
        <p:spPr>
          <a:xfrm>
            <a:off x="-2406215" y="1340692"/>
            <a:ext cx="1786192" cy="2292935"/>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Using bullets with the indent button:</a:t>
            </a:r>
            <a:endParaRPr/>
          </a:p>
          <a:p>
            <a:pPr indent="0" lvl="0" marL="0" marR="0" rtl="0" algn="l">
              <a:spcBef>
                <a:spcPts val="0"/>
              </a:spcBef>
              <a:spcAft>
                <a:spcPts val="0"/>
              </a:spcAft>
              <a:buNone/>
            </a:pPr>
            <a:r>
              <a:rPr lang="en-US" sz="1100">
                <a:solidFill>
                  <a:schemeClr val="dk1"/>
                </a:solidFill>
                <a:latin typeface="Verdana"/>
                <a:ea typeface="Verdana"/>
                <a:cs typeface="Verdana"/>
                <a:sym typeface="Verdana"/>
              </a:rPr>
              <a:t>Use the indent button to create the text levels with the appropriate bullet in miracle purple.</a:t>
            </a:r>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2" name="Shape 602"/>
        <p:cNvGrpSpPr/>
        <p:nvPr/>
      </p:nvGrpSpPr>
      <p:grpSpPr>
        <a:xfrm>
          <a:off x="0" y="0"/>
          <a:ext cx="0" cy="0"/>
          <a:chOff x="0" y="0"/>
          <a:chExt cx="0" cy="0"/>
        </a:xfrm>
      </p:grpSpPr>
      <p:sp>
        <p:nvSpPr>
          <p:cNvPr id="603" name="Google Shape;603;p104"/>
          <p:cNvSpPr txBox="1"/>
          <p:nvPr>
            <p:ph type="ctrTitle"/>
          </p:nvPr>
        </p:nvSpPr>
        <p:spPr>
          <a:xfrm>
            <a:off x="1143000" y="841772"/>
            <a:ext cx="6858000" cy="17907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accent1"/>
              </a:buClr>
              <a:buSzPts val="4500"/>
              <a:buFont typeface="Verdana"/>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4" name="Google Shape;604;p104"/>
          <p:cNvSpPr txBox="1"/>
          <p:nvPr>
            <p:ph idx="1" type="subTitle"/>
          </p:nvPr>
        </p:nvSpPr>
        <p:spPr>
          <a:xfrm>
            <a:off x="1143000" y="2701528"/>
            <a:ext cx="6858000" cy="1241822"/>
          </a:xfrm>
          <a:prstGeom prst="rect">
            <a:avLst/>
          </a:prstGeom>
          <a:noFill/>
          <a:ln>
            <a:noFill/>
          </a:ln>
        </p:spPr>
        <p:txBody>
          <a:bodyPr anchorCtr="0" anchor="t" bIns="0" lIns="0" spcFirstLastPara="1" rIns="0" wrap="square" tIns="0">
            <a:noAutofit/>
          </a:bodyPr>
          <a:lstStyle>
            <a:lvl1pPr lvl="0" algn="ctr">
              <a:lnSpc>
                <a:spcPct val="125000"/>
              </a:lnSpc>
              <a:spcBef>
                <a:spcPts val="0"/>
              </a:spcBef>
              <a:spcAft>
                <a:spcPts val="0"/>
              </a:spcAft>
              <a:buClr>
                <a:schemeClr val="dk1"/>
              </a:buClr>
              <a:buSzPts val="1800"/>
              <a:buNone/>
              <a:defRPr sz="1800"/>
            </a:lvl1pPr>
            <a:lvl2pPr lvl="1" algn="ctr">
              <a:lnSpc>
                <a:spcPct val="125000"/>
              </a:lnSpc>
              <a:spcBef>
                <a:spcPts val="0"/>
              </a:spcBef>
              <a:spcAft>
                <a:spcPts val="0"/>
              </a:spcAft>
              <a:buSzPts val="1500"/>
              <a:buNone/>
              <a:defRPr sz="1500"/>
            </a:lvl2pPr>
            <a:lvl3pPr lvl="2" algn="ctr">
              <a:lnSpc>
                <a:spcPct val="125000"/>
              </a:lnSpc>
              <a:spcBef>
                <a:spcPts val="0"/>
              </a:spcBef>
              <a:spcAft>
                <a:spcPts val="0"/>
              </a:spcAft>
              <a:buSzPts val="1350"/>
              <a:buNone/>
              <a:defRPr sz="1350"/>
            </a:lvl3pPr>
            <a:lvl4pPr lvl="3" algn="ctr">
              <a:lnSpc>
                <a:spcPct val="125000"/>
              </a:lnSpc>
              <a:spcBef>
                <a:spcPts val="0"/>
              </a:spcBef>
              <a:spcAft>
                <a:spcPts val="0"/>
              </a:spcAft>
              <a:buSzPts val="1200"/>
              <a:buNone/>
              <a:defRPr sz="1200"/>
            </a:lvl4pPr>
            <a:lvl5pPr lvl="4" algn="ctr">
              <a:lnSpc>
                <a:spcPct val="125000"/>
              </a:lnSpc>
              <a:spcBef>
                <a:spcPts val="0"/>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605" name="Google Shape;605;p104"/>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6" name="Google Shape;606;p104"/>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7" name="Google Shape;607;p104"/>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sual &amp; Columns">
  <p:cSld name="Visual &amp; Columns">
    <p:spTree>
      <p:nvGrpSpPr>
        <p:cNvPr id="608" name="Shape 608"/>
        <p:cNvGrpSpPr/>
        <p:nvPr/>
      </p:nvGrpSpPr>
      <p:grpSpPr>
        <a:xfrm>
          <a:off x="0" y="0"/>
          <a:ext cx="0" cy="0"/>
          <a:chOff x="0" y="0"/>
          <a:chExt cx="0" cy="0"/>
        </a:xfrm>
      </p:grpSpPr>
      <p:sp>
        <p:nvSpPr>
          <p:cNvPr id="609" name="Google Shape;609;p105"/>
          <p:cNvSpPr/>
          <p:nvPr>
            <p:ph idx="2" type="pic"/>
          </p:nvPr>
        </p:nvSpPr>
        <p:spPr>
          <a:xfrm>
            <a:off x="3691294" y="117541"/>
            <a:ext cx="4939529" cy="4904516"/>
          </a:xfrm>
          <a:prstGeom prst="rect">
            <a:avLst/>
          </a:prstGeom>
          <a:noFill/>
          <a:ln>
            <a:noFill/>
          </a:ln>
        </p:spPr>
      </p:sp>
      <p:sp>
        <p:nvSpPr>
          <p:cNvPr id="610" name="Google Shape;610;p105"/>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1" name="Google Shape;611;p105"/>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2" name="Google Shape;612;p105"/>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bg>
      <p:bgPr>
        <a:solidFill>
          <a:srgbClr val="23004C"/>
        </a:solidFill>
      </p:bgPr>
    </p:bg>
    <p:spTree>
      <p:nvGrpSpPr>
        <p:cNvPr id="613" name="Shape 613"/>
        <p:cNvGrpSpPr/>
        <p:nvPr/>
      </p:nvGrpSpPr>
      <p:grpSpPr>
        <a:xfrm>
          <a:off x="0" y="0"/>
          <a:ext cx="0" cy="0"/>
          <a:chOff x="0" y="0"/>
          <a:chExt cx="0" cy="0"/>
        </a:xfrm>
      </p:grpSpPr>
      <p:sp>
        <p:nvSpPr>
          <p:cNvPr id="614" name="Google Shape;614;p106"/>
          <p:cNvSpPr txBox="1"/>
          <p:nvPr>
            <p:ph type="ctrTitle"/>
          </p:nvPr>
        </p:nvSpPr>
        <p:spPr>
          <a:xfrm>
            <a:off x="1143000" y="2238027"/>
            <a:ext cx="6858000" cy="667446"/>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dk2"/>
              </a:buClr>
              <a:buSzPts val="4000"/>
              <a:buFont typeface="Verdana"/>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5" name="Google Shape;615;p106"/>
          <p:cNvSpPr/>
          <p:nvPr>
            <p:ph idx="2" type="dgm"/>
          </p:nvPr>
        </p:nvSpPr>
        <p:spPr>
          <a:xfrm>
            <a:off x="4508583" y="3260202"/>
            <a:ext cx="126835" cy="125936"/>
          </a:xfrm>
          <a:prstGeom prst="rect">
            <a:avLst/>
          </a:prstGeom>
          <a:solidFill>
            <a:schemeClr val="dk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616" name="Google Shape;616;p106"/>
          <p:cNvSpPr/>
          <p:nvPr>
            <p:ph idx="3" type="dgm"/>
          </p:nvPr>
        </p:nvSpPr>
        <p:spPr>
          <a:xfrm>
            <a:off x="4508583" y="1771699"/>
            <a:ext cx="126835" cy="125936"/>
          </a:xfrm>
          <a:prstGeom prst="rect">
            <a:avLst/>
          </a:prstGeom>
          <a:solidFill>
            <a:schemeClr val="dk2"/>
          </a:solidFill>
          <a:ln>
            <a:noFill/>
          </a:ln>
        </p:spPr>
        <p:txBody>
          <a:bodyPr anchorCtr="0" anchor="t" bIns="0" lIns="0" spcFirstLastPara="1" rIns="0" wrap="square" tIns="0">
            <a:noAutofit/>
          </a:bodyPr>
          <a:lstStyle>
            <a:lvl1pPr lvl="0" marR="0" rtl="0" algn="l">
              <a:lnSpc>
                <a:spcPct val="125000"/>
              </a:lnSpc>
              <a:spcBef>
                <a:spcPts val="0"/>
              </a:spcBef>
              <a:spcAft>
                <a:spcPts val="0"/>
              </a:spcAft>
              <a:buSzPts val="1400"/>
              <a:buFont typeface="Arial"/>
              <a:buNone/>
              <a:defRPr b="0" i="0" sz="1400" u="none" cap="none" strike="noStrike">
                <a:latin typeface="Verdana"/>
                <a:ea typeface="Verdana"/>
                <a:cs typeface="Verdana"/>
                <a:sym typeface="Verdana"/>
              </a:defRPr>
            </a:lvl1pPr>
            <a:lvl2pPr lvl="1"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lvl="2"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lvl="3"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lvl="4"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lvl="5"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grpSp>
        <p:nvGrpSpPr>
          <p:cNvPr id="617" name="Google Shape;617;p106"/>
          <p:cNvGrpSpPr/>
          <p:nvPr/>
        </p:nvGrpSpPr>
        <p:grpSpPr>
          <a:xfrm>
            <a:off x="4169614" y="4509981"/>
            <a:ext cx="804755" cy="207184"/>
            <a:chOff x="4767702" y="-472136"/>
            <a:chExt cx="745525" cy="191931"/>
          </a:xfrm>
        </p:grpSpPr>
        <p:sp>
          <p:nvSpPr>
            <p:cNvPr id="618" name="Google Shape;618;p106"/>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19" name="Google Shape;619;p106"/>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620" name="Google Shape;620;p106"/>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621" name="Google Shape;621;p106"/>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2" name="Google Shape;622;p106"/>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3" name="Google Shape;623;p106"/>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ver Image (White logo)" showMasterSp="0">
  <p:cSld name="Text over Image (White logo)">
    <p:bg>
      <p:bgPr>
        <a:solidFill>
          <a:schemeClr val="accent1"/>
        </a:solidFill>
      </p:bgPr>
    </p:bg>
    <p:spTree>
      <p:nvGrpSpPr>
        <p:cNvPr id="624" name="Shape 624"/>
        <p:cNvGrpSpPr/>
        <p:nvPr/>
      </p:nvGrpSpPr>
      <p:grpSpPr>
        <a:xfrm>
          <a:off x="0" y="0"/>
          <a:ext cx="0" cy="0"/>
          <a:chOff x="0" y="0"/>
          <a:chExt cx="0" cy="0"/>
        </a:xfrm>
      </p:grpSpPr>
      <p:sp>
        <p:nvSpPr>
          <p:cNvPr id="625" name="Google Shape;625;p107"/>
          <p:cNvSpPr/>
          <p:nvPr>
            <p:ph idx="2" type="pic"/>
          </p:nvPr>
        </p:nvSpPr>
        <p:spPr>
          <a:xfrm>
            <a:off x="1" y="0"/>
            <a:ext cx="4781135" cy="5143500"/>
          </a:xfrm>
          <a:prstGeom prst="rect">
            <a:avLst/>
          </a:prstGeom>
          <a:noFill/>
          <a:ln>
            <a:noFill/>
          </a:ln>
        </p:spPr>
      </p:sp>
      <p:sp>
        <p:nvSpPr>
          <p:cNvPr id="626" name="Google Shape;626;p107"/>
          <p:cNvSpPr txBox="1"/>
          <p:nvPr>
            <p:ph idx="1" type="body"/>
          </p:nvPr>
        </p:nvSpPr>
        <p:spPr>
          <a:xfrm>
            <a:off x="5083918" y="1344695"/>
            <a:ext cx="3712306" cy="704959"/>
          </a:xfrm>
          <a:prstGeom prst="rect">
            <a:avLst/>
          </a:prstGeom>
          <a:noFill/>
          <a:ln>
            <a:noFill/>
          </a:ln>
        </p:spPr>
        <p:txBody>
          <a:bodyPr anchorCtr="0" anchor="b" bIns="0" lIns="0" spcFirstLastPara="1" rIns="0" wrap="square" tIns="0">
            <a:noAutofit/>
          </a:bodyPr>
          <a:lstStyle>
            <a:lvl1pPr indent="-228600" lvl="0" marL="457200" algn="l">
              <a:lnSpc>
                <a:spcPct val="96000"/>
              </a:lnSpc>
              <a:spcBef>
                <a:spcPts val="0"/>
              </a:spcBef>
              <a:spcAft>
                <a:spcPts val="0"/>
              </a:spcAft>
              <a:buClr>
                <a:schemeClr val="lt2"/>
              </a:buClr>
              <a:buSzPts val="2200"/>
              <a:buNone/>
              <a:defRPr b="0" i="0" sz="2200">
                <a:solidFill>
                  <a:schemeClr val="lt2"/>
                </a:solidFill>
                <a:latin typeface="Verdana"/>
                <a:ea typeface="Verdana"/>
                <a:cs typeface="Verdana"/>
                <a:sym typeface="Verdana"/>
              </a:defRPr>
            </a:lvl1pPr>
            <a:lvl2pPr indent="-457200" lvl="1" marL="914400" algn="l">
              <a:lnSpc>
                <a:spcPct val="90000"/>
              </a:lnSpc>
              <a:spcBef>
                <a:spcPts val="1000"/>
              </a:spcBef>
              <a:spcAft>
                <a:spcPts val="0"/>
              </a:spcAft>
              <a:buSzPts val="3600"/>
              <a:buChar char="•"/>
              <a:defRPr b="0" i="1" sz="3600">
                <a:solidFill>
                  <a:schemeClr val="lt1"/>
                </a:solidFill>
                <a:latin typeface="Georgia"/>
                <a:ea typeface="Georgia"/>
                <a:cs typeface="Georgia"/>
                <a:sym typeface="Georgia"/>
              </a:defRPr>
            </a:lvl2pPr>
            <a:lvl3pPr indent="-317500" lvl="2" marL="1371600" algn="l">
              <a:lnSpc>
                <a:spcPct val="100000"/>
              </a:lnSpc>
              <a:spcBef>
                <a:spcPts val="1000"/>
              </a:spcBef>
              <a:spcAft>
                <a:spcPts val="0"/>
              </a:spcAft>
              <a:buSzPts val="1400"/>
              <a:buChar char="•"/>
              <a:defRPr sz="1400">
                <a:solidFill>
                  <a:schemeClr val="lt1"/>
                </a:solidFill>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7" name="Google Shape;627;p107"/>
          <p:cNvSpPr txBox="1"/>
          <p:nvPr>
            <p:ph idx="3" type="body"/>
          </p:nvPr>
        </p:nvSpPr>
        <p:spPr>
          <a:xfrm>
            <a:off x="5083918" y="2186523"/>
            <a:ext cx="3712306" cy="1049438"/>
          </a:xfrm>
          <a:prstGeom prst="rect">
            <a:avLst/>
          </a:prstGeom>
          <a:noFill/>
          <a:ln>
            <a:noFill/>
          </a:ln>
        </p:spPr>
        <p:txBody>
          <a:bodyPr anchorCtr="0" anchor="t" bIns="0" lIns="0" spcFirstLastPara="1" rIns="0" wrap="square" tIns="0">
            <a:noAutofit/>
          </a:bodyPr>
          <a:lstStyle>
            <a:lvl1pPr indent="-228600" lvl="0" marL="457200" algn="l">
              <a:lnSpc>
                <a:spcPct val="96000"/>
              </a:lnSpc>
              <a:spcBef>
                <a:spcPts val="0"/>
              </a:spcBef>
              <a:spcAft>
                <a:spcPts val="0"/>
              </a:spcAft>
              <a:buClr>
                <a:schemeClr val="lt2"/>
              </a:buClr>
              <a:buSzPts val="3600"/>
              <a:buNone/>
              <a:defRPr b="0" i="1" sz="3600">
                <a:solidFill>
                  <a:schemeClr val="lt2"/>
                </a:solidFill>
                <a:latin typeface="Georgia"/>
                <a:ea typeface="Georgia"/>
                <a:cs typeface="Georgia"/>
                <a:sym typeface="Georgia"/>
              </a:defRPr>
            </a:lvl1pPr>
            <a:lvl2pPr indent="-228600" lvl="1" marL="914400" algn="l">
              <a:lnSpc>
                <a:spcPct val="90000"/>
              </a:lnSpc>
              <a:spcBef>
                <a:spcPts val="1000"/>
              </a:spcBef>
              <a:spcAft>
                <a:spcPts val="0"/>
              </a:spcAft>
              <a:buSzPts val="3600"/>
              <a:buFont typeface="Arial"/>
              <a:buNone/>
              <a:defRPr b="0" i="1" sz="3600">
                <a:solidFill>
                  <a:schemeClr val="lt1"/>
                </a:solidFill>
                <a:latin typeface="Georgia"/>
                <a:ea typeface="Georgia"/>
                <a:cs typeface="Georgia"/>
                <a:sym typeface="Georgia"/>
              </a:defRPr>
            </a:lvl2pPr>
            <a:lvl3pPr indent="-317500" lvl="2" marL="1371600" algn="l">
              <a:lnSpc>
                <a:spcPct val="100000"/>
              </a:lnSpc>
              <a:spcBef>
                <a:spcPts val="1000"/>
              </a:spcBef>
              <a:spcAft>
                <a:spcPts val="0"/>
              </a:spcAft>
              <a:buSzPts val="1400"/>
              <a:buChar char="•"/>
              <a:defRPr sz="1400">
                <a:solidFill>
                  <a:schemeClr val="lt1"/>
                </a:solidFill>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8" name="Google Shape;628;p107"/>
          <p:cNvSpPr txBox="1"/>
          <p:nvPr>
            <p:ph idx="4" type="body"/>
          </p:nvPr>
        </p:nvSpPr>
        <p:spPr>
          <a:xfrm>
            <a:off x="5083918" y="3296919"/>
            <a:ext cx="3712306" cy="532899"/>
          </a:xfrm>
          <a:prstGeom prst="rect">
            <a:avLst/>
          </a:prstGeom>
          <a:noFill/>
          <a:ln>
            <a:noFill/>
          </a:ln>
        </p:spPr>
        <p:txBody>
          <a:bodyPr anchorCtr="0" anchor="t" bIns="0" lIns="0" spcFirstLastPara="1" rIns="0" wrap="square" tIns="0">
            <a:noAutofit/>
          </a:bodyPr>
          <a:lstStyle>
            <a:lvl1pPr indent="-228600" lvl="0" marL="457200" algn="l">
              <a:lnSpc>
                <a:spcPct val="96000"/>
              </a:lnSpc>
              <a:spcBef>
                <a:spcPts val="0"/>
              </a:spcBef>
              <a:spcAft>
                <a:spcPts val="0"/>
              </a:spcAft>
              <a:buClr>
                <a:schemeClr val="lt2"/>
              </a:buClr>
              <a:buSzPts val="1400"/>
              <a:buNone/>
              <a:defRPr b="0" i="0" sz="1400">
                <a:solidFill>
                  <a:schemeClr val="lt2"/>
                </a:solidFill>
                <a:latin typeface="Verdana"/>
                <a:ea typeface="Verdana"/>
                <a:cs typeface="Verdana"/>
                <a:sym typeface="Verdana"/>
              </a:defRPr>
            </a:lvl1pPr>
            <a:lvl2pPr indent="-317500" lvl="1" marL="914400" algn="l">
              <a:lnSpc>
                <a:spcPct val="90000"/>
              </a:lnSpc>
              <a:spcBef>
                <a:spcPts val="1000"/>
              </a:spcBef>
              <a:spcAft>
                <a:spcPts val="0"/>
              </a:spcAft>
              <a:buSzPts val="1400"/>
              <a:buChar char="•"/>
              <a:defRPr b="0" i="0" sz="1400">
                <a:solidFill>
                  <a:schemeClr val="lt1"/>
                </a:solidFill>
                <a:latin typeface="Verdana"/>
                <a:ea typeface="Verdana"/>
                <a:cs typeface="Verdana"/>
                <a:sym typeface="Verdana"/>
              </a:defRPr>
            </a:lvl2pPr>
            <a:lvl3pPr indent="-317500" lvl="2" marL="1371600" algn="l">
              <a:lnSpc>
                <a:spcPct val="100000"/>
              </a:lnSpc>
              <a:spcBef>
                <a:spcPts val="1000"/>
              </a:spcBef>
              <a:spcAft>
                <a:spcPts val="0"/>
              </a:spcAft>
              <a:buSzPts val="1400"/>
              <a:buChar char="•"/>
              <a:defRPr b="0" i="0" sz="1400">
                <a:solidFill>
                  <a:schemeClr val="lt1"/>
                </a:solidFill>
                <a:latin typeface="Verdana"/>
                <a:ea typeface="Verdana"/>
                <a:cs typeface="Verdana"/>
                <a:sym typeface="Verdana"/>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grpSp>
        <p:nvGrpSpPr>
          <p:cNvPr id="629" name="Google Shape;629;p107"/>
          <p:cNvGrpSpPr/>
          <p:nvPr/>
        </p:nvGrpSpPr>
        <p:grpSpPr>
          <a:xfrm>
            <a:off x="331191" y="4746709"/>
            <a:ext cx="804755" cy="207184"/>
            <a:chOff x="4767702" y="-472136"/>
            <a:chExt cx="745525" cy="191931"/>
          </a:xfrm>
        </p:grpSpPr>
        <p:sp>
          <p:nvSpPr>
            <p:cNvPr id="630" name="Google Shape;630;p107"/>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31" name="Google Shape;631;p107"/>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632" name="Google Shape;632;p107"/>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633" name="Google Shape;633;p107"/>
          <p:cNvSpPr txBox="1"/>
          <p:nvPr>
            <p:ph idx="10" type="dt"/>
          </p:nvPr>
        </p:nvSpPr>
        <p:spPr>
          <a:xfrm>
            <a:off x="6135065" y="4827335"/>
            <a:ext cx="1626918" cy="166629"/>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34" name="Google Shape;634;p107"/>
          <p:cNvCxnSpPr/>
          <p:nvPr/>
        </p:nvCxnSpPr>
        <p:spPr>
          <a:xfrm>
            <a:off x="-556260" y="160020"/>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635" name="Google Shape;635;p107"/>
          <p:cNvSpPr txBox="1"/>
          <p:nvPr/>
        </p:nvSpPr>
        <p:spPr>
          <a:xfrm>
            <a:off x="-2436695"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636" name="Google Shape;636;p107"/>
          <p:cNvPicPr preferRelativeResize="0"/>
          <p:nvPr/>
        </p:nvPicPr>
        <p:blipFill rotWithShape="1">
          <a:blip r:embed="rId2">
            <a:alphaModFix/>
          </a:blip>
          <a:srcRect b="0" l="0" r="0" t="0"/>
          <a:stretch/>
        </p:blipFill>
        <p:spPr>
          <a:xfrm>
            <a:off x="-2169241" y="2507594"/>
            <a:ext cx="307086" cy="622046"/>
          </a:xfrm>
          <a:prstGeom prst="rect">
            <a:avLst/>
          </a:prstGeom>
          <a:noFill/>
          <a:ln>
            <a:noFill/>
          </a:ln>
        </p:spPr>
      </p:pic>
      <p:sp>
        <p:nvSpPr>
          <p:cNvPr id="637" name="Google Shape;637;p107"/>
          <p:cNvSpPr txBox="1"/>
          <p:nvPr>
            <p:ph idx="12" type="sldNum"/>
          </p:nvPr>
        </p:nvSpPr>
        <p:spPr>
          <a:xfrm>
            <a:off x="8336226" y="5385122"/>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38" name="Google Shape;638;p107"/>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lumns of content">
  <p:cSld name="Title with two columns of content">
    <p:spTree>
      <p:nvGrpSpPr>
        <p:cNvPr id="639" name="Shape 639"/>
        <p:cNvGrpSpPr/>
        <p:nvPr/>
      </p:nvGrpSpPr>
      <p:grpSpPr>
        <a:xfrm>
          <a:off x="0" y="0"/>
          <a:ext cx="0" cy="0"/>
          <a:chOff x="0" y="0"/>
          <a:chExt cx="0" cy="0"/>
        </a:xfrm>
      </p:grpSpPr>
      <p:sp>
        <p:nvSpPr>
          <p:cNvPr id="640" name="Google Shape;640;p108"/>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1" name="Google Shape;641;p108"/>
          <p:cNvSpPr txBox="1"/>
          <p:nvPr>
            <p:ph idx="1" type="body"/>
          </p:nvPr>
        </p:nvSpPr>
        <p:spPr>
          <a:xfrm>
            <a:off x="333730" y="1071318"/>
            <a:ext cx="847800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1"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42" name="Google Shape;642;p108"/>
          <p:cNvSpPr txBox="1"/>
          <p:nvPr>
            <p:ph idx="2" type="body"/>
          </p:nvPr>
        </p:nvSpPr>
        <p:spPr>
          <a:xfrm>
            <a:off x="331788" y="1349375"/>
            <a:ext cx="4114800" cy="3200400"/>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43" name="Google Shape;643;p108"/>
          <p:cNvSpPr txBox="1"/>
          <p:nvPr>
            <p:ph idx="3" type="body"/>
          </p:nvPr>
        </p:nvSpPr>
        <p:spPr>
          <a:xfrm>
            <a:off x="4696930" y="1348950"/>
            <a:ext cx="4114800" cy="3200400"/>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644" name="Google Shape;644;p108"/>
          <p:cNvCxnSpPr/>
          <p:nvPr/>
        </p:nvCxnSpPr>
        <p:spPr>
          <a:xfrm>
            <a:off x="-525780" y="1455076"/>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645" name="Google Shape;645;p108"/>
          <p:cNvSpPr txBox="1"/>
          <p:nvPr/>
        </p:nvSpPr>
        <p:spPr>
          <a:xfrm>
            <a:off x="-2406215" y="1340692"/>
            <a:ext cx="1786192" cy="2292935"/>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Using bullets with the indent button:</a:t>
            </a:r>
            <a:endParaRPr/>
          </a:p>
          <a:p>
            <a:pPr indent="0" lvl="0" marL="0" marR="0" rtl="0" algn="l">
              <a:spcBef>
                <a:spcPts val="0"/>
              </a:spcBef>
              <a:spcAft>
                <a:spcPts val="0"/>
              </a:spcAft>
              <a:buNone/>
            </a:pPr>
            <a:r>
              <a:rPr lang="en-US" sz="1100">
                <a:solidFill>
                  <a:schemeClr val="dk1"/>
                </a:solidFill>
                <a:latin typeface="Verdana"/>
                <a:ea typeface="Verdana"/>
                <a:cs typeface="Verdana"/>
                <a:sym typeface="Verdana"/>
              </a:rPr>
              <a:t>Use the indent button to create the text levels with the appropriate bullet in miracle purple.</a:t>
            </a:r>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p:txBody>
      </p:sp>
      <p:pic>
        <p:nvPicPr>
          <p:cNvPr id="646" name="Google Shape;646;p108"/>
          <p:cNvPicPr preferRelativeResize="0"/>
          <p:nvPr/>
        </p:nvPicPr>
        <p:blipFill rotWithShape="1">
          <a:blip r:embed="rId2">
            <a:alphaModFix/>
          </a:blip>
          <a:srcRect b="0" l="0" r="0" t="0"/>
          <a:stretch/>
        </p:blipFill>
        <p:spPr>
          <a:xfrm>
            <a:off x="-2284295" y="2663190"/>
            <a:ext cx="640080" cy="780098"/>
          </a:xfrm>
          <a:prstGeom prst="rect">
            <a:avLst/>
          </a:prstGeom>
          <a:noFill/>
          <a:ln>
            <a:noFill/>
          </a:ln>
        </p:spPr>
      </p:pic>
      <p:sp>
        <p:nvSpPr>
          <p:cNvPr id="647" name="Google Shape;647;p108"/>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8" name="Google Shape;648;p108"/>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9" name="Google Shape;649;p108"/>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s and Descriptions">
  <p:cSld name="Title, Images and Descriptions">
    <p:spTree>
      <p:nvGrpSpPr>
        <p:cNvPr id="650" name="Shape 650"/>
        <p:cNvGrpSpPr/>
        <p:nvPr/>
      </p:nvGrpSpPr>
      <p:grpSpPr>
        <a:xfrm>
          <a:off x="0" y="0"/>
          <a:ext cx="0" cy="0"/>
          <a:chOff x="0" y="0"/>
          <a:chExt cx="0" cy="0"/>
        </a:xfrm>
      </p:grpSpPr>
      <p:sp>
        <p:nvSpPr>
          <p:cNvPr id="651" name="Google Shape;651;p109"/>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2" name="Google Shape;652;p109"/>
          <p:cNvSpPr txBox="1"/>
          <p:nvPr>
            <p:ph idx="1" type="body"/>
          </p:nvPr>
        </p:nvSpPr>
        <p:spPr>
          <a:xfrm>
            <a:off x="333730" y="1071318"/>
            <a:ext cx="8485200" cy="21544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400"/>
              <a:buNone/>
              <a:defRPr b="0" i="1" sz="1400">
                <a:solidFill>
                  <a:schemeClr val="dk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3" name="Google Shape;653;p109"/>
          <p:cNvSpPr txBox="1"/>
          <p:nvPr>
            <p:ph idx="2" type="body"/>
          </p:nvPr>
        </p:nvSpPr>
        <p:spPr>
          <a:xfrm>
            <a:off x="331200" y="1341758"/>
            <a:ext cx="4028576" cy="1871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4" name="Google Shape;654;p109"/>
          <p:cNvSpPr/>
          <p:nvPr>
            <p:ph idx="3" type="pic"/>
          </p:nvPr>
        </p:nvSpPr>
        <p:spPr>
          <a:xfrm>
            <a:off x="333730" y="1589370"/>
            <a:ext cx="1755419" cy="2892689"/>
          </a:xfrm>
          <a:prstGeom prst="rect">
            <a:avLst/>
          </a:prstGeom>
          <a:noFill/>
          <a:ln>
            <a:noFill/>
          </a:ln>
        </p:spPr>
      </p:sp>
      <p:sp>
        <p:nvSpPr>
          <p:cNvPr id="655" name="Google Shape;655;p109"/>
          <p:cNvSpPr txBox="1"/>
          <p:nvPr>
            <p:ph idx="4" type="body"/>
          </p:nvPr>
        </p:nvSpPr>
        <p:spPr>
          <a:xfrm>
            <a:off x="2301373" y="1589370"/>
            <a:ext cx="2058403" cy="289268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6" name="Google Shape;656;p109"/>
          <p:cNvSpPr txBox="1"/>
          <p:nvPr>
            <p:ph idx="5" type="body"/>
          </p:nvPr>
        </p:nvSpPr>
        <p:spPr>
          <a:xfrm>
            <a:off x="4571999" y="1341758"/>
            <a:ext cx="4021283" cy="1871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i="0" sz="1400" cap="none">
                <a:solidFill>
                  <a:schemeClr val="dk1"/>
                </a:solidFill>
                <a:latin typeface="Verdana"/>
                <a:ea typeface="Verdana"/>
                <a:cs typeface="Verdana"/>
                <a:sym typeface="Verdana"/>
              </a:defRPr>
            </a:lvl1pPr>
            <a:lvl2pPr indent="-228600" lvl="1" marL="914400" algn="l">
              <a:lnSpc>
                <a:spcPct val="125000"/>
              </a:lnSpc>
              <a:spcBef>
                <a:spcPts val="0"/>
              </a:spcBef>
              <a:spcAft>
                <a:spcPts val="0"/>
              </a:spcAft>
              <a:buSzPts val="1000"/>
              <a:buFont typeface="Arial"/>
              <a:buNone/>
              <a:defRPr sz="10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7" name="Google Shape;657;p109"/>
          <p:cNvSpPr/>
          <p:nvPr>
            <p:ph idx="6" type="pic"/>
          </p:nvPr>
        </p:nvSpPr>
        <p:spPr>
          <a:xfrm>
            <a:off x="4572000" y="1589370"/>
            <a:ext cx="1755419" cy="2892689"/>
          </a:xfrm>
          <a:prstGeom prst="rect">
            <a:avLst/>
          </a:prstGeom>
          <a:noFill/>
          <a:ln>
            <a:noFill/>
          </a:ln>
        </p:spPr>
      </p:sp>
      <p:sp>
        <p:nvSpPr>
          <p:cNvPr id="658" name="Google Shape;658;p109"/>
          <p:cNvSpPr txBox="1"/>
          <p:nvPr>
            <p:ph idx="7" type="body"/>
          </p:nvPr>
        </p:nvSpPr>
        <p:spPr>
          <a:xfrm>
            <a:off x="6539642" y="1589369"/>
            <a:ext cx="2059200" cy="289268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800"/>
              <a:buNone/>
              <a:defRPr/>
            </a:lvl1pPr>
            <a:lvl2pPr indent="-342900" lvl="1" marL="914400" algn="l">
              <a:lnSpc>
                <a:spcPct val="125000"/>
              </a:lnSpc>
              <a:spcBef>
                <a:spcPts val="0"/>
              </a:spcBef>
              <a:spcAft>
                <a:spcPts val="0"/>
              </a:spcAft>
              <a:buSzPts val="1800"/>
              <a:buChar char="•"/>
              <a:defRPr/>
            </a:lvl2pPr>
            <a:lvl3pPr indent="-342900" lvl="2" marL="1371600" algn="l">
              <a:lnSpc>
                <a:spcPct val="125000"/>
              </a:lnSpc>
              <a:spcBef>
                <a:spcPts val="0"/>
              </a:spcBef>
              <a:spcAft>
                <a:spcPts val="0"/>
              </a:spcAft>
              <a:buSzPts val="1800"/>
              <a:buChar char="•"/>
              <a:defRPr/>
            </a:lvl3pPr>
            <a:lvl4pPr indent="-342900" lvl="3" marL="1828800" algn="l">
              <a:lnSpc>
                <a:spcPct val="125000"/>
              </a:lnSpc>
              <a:spcBef>
                <a:spcPts val="0"/>
              </a:spcBef>
              <a:spcAft>
                <a:spcPts val="0"/>
              </a:spcAft>
              <a:buSzPts val="1800"/>
              <a:buChar char="•"/>
              <a:defRPr/>
            </a:lvl4pPr>
            <a:lvl5pPr indent="-342900" lvl="4" marL="2286000" algn="l">
              <a:lnSpc>
                <a:spcPct val="125000"/>
              </a:lnSpc>
              <a:spcBef>
                <a:spcPts val="0"/>
              </a:spcBef>
              <a:spcAft>
                <a:spcPts val="0"/>
              </a:spcAft>
              <a:buSzPts val="1800"/>
              <a:buChar char="•"/>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9" name="Google Shape;659;p109"/>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0" name="Google Shape;660;p109"/>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1" name="Google Shape;661;p109"/>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62" name="Google Shape;662;p109"/>
          <p:cNvCxnSpPr/>
          <p:nvPr/>
        </p:nvCxnSpPr>
        <p:spPr>
          <a:xfrm>
            <a:off x="-571235" y="1916918"/>
            <a:ext cx="499007" cy="0"/>
          </a:xfrm>
          <a:prstGeom prst="straightConnector1">
            <a:avLst/>
          </a:prstGeom>
          <a:noFill/>
          <a:ln cap="flat" cmpd="sng" w="9525">
            <a:solidFill>
              <a:schemeClr val="accent1"/>
            </a:solidFill>
            <a:prstDash val="solid"/>
            <a:miter lim="800000"/>
            <a:headEnd len="sm" w="sm" type="none"/>
            <a:tailEnd len="med" w="med" type="triangle"/>
          </a:ln>
        </p:spPr>
      </p:cxnSp>
      <p:sp>
        <p:nvSpPr>
          <p:cNvPr id="663" name="Google Shape;663;p109"/>
          <p:cNvSpPr txBox="1"/>
          <p:nvPr/>
        </p:nvSpPr>
        <p:spPr>
          <a:xfrm>
            <a:off x="-2436695" y="45636"/>
            <a:ext cx="1786192" cy="5678478"/>
          </a:xfrm>
          <a:prstGeom prst="rect">
            <a:avLst/>
          </a:prstGeom>
          <a:solidFill>
            <a:srgbClr val="F4F2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Verdana"/>
                <a:ea typeface="Verdana"/>
                <a:cs typeface="Verdana"/>
                <a:sym typeface="Verdana"/>
              </a:rPr>
              <a:t>How to add an image: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on the icon inside the image placeholder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Select the image you want to use from your computer</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Click “Open”</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Adjust or crop the image if necessary by using the button “Crop” in the top ribbon.</a:t>
            </a:r>
            <a:endParaRPr/>
          </a:p>
          <a:p>
            <a:pPr indent="-101600" lvl="0" marL="17145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1100"/>
              <a:buFont typeface="Verdana"/>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100">
              <a:solidFill>
                <a:schemeClr val="dk1"/>
              </a:solidFill>
              <a:latin typeface="Verdana"/>
              <a:ea typeface="Verdana"/>
              <a:cs typeface="Verdana"/>
              <a:sym typeface="Verdana"/>
            </a:endParaRPr>
          </a:p>
          <a:p>
            <a:pPr indent="0" lvl="0" marL="0" marR="0" rtl="0" algn="l">
              <a:spcBef>
                <a:spcPts val="0"/>
              </a:spcBef>
              <a:spcAft>
                <a:spcPts val="0"/>
              </a:spcAft>
              <a:buNone/>
            </a:pPr>
            <a:r>
              <a:rPr b="1" lang="en-US" sz="1100">
                <a:solidFill>
                  <a:schemeClr val="dk1"/>
                </a:solidFill>
                <a:latin typeface="Verdana"/>
                <a:ea typeface="Verdana"/>
                <a:cs typeface="Verdana"/>
                <a:sym typeface="Verdana"/>
              </a:rPr>
              <a:t>Add Alt Text or mark as decorative: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Right click on the image and select “View Alt Text”.</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Type in the blank field that appears on the right of the slide</a:t>
            </a:r>
            <a:endParaRPr/>
          </a:p>
          <a:p>
            <a:pPr indent="-171450" lvl="0" marL="171450" marR="0" rtl="0" algn="l">
              <a:spcBef>
                <a:spcPts val="0"/>
              </a:spcBef>
              <a:spcAft>
                <a:spcPts val="0"/>
              </a:spcAft>
              <a:buClr>
                <a:schemeClr val="dk1"/>
              </a:buClr>
              <a:buSzPts val="1100"/>
              <a:buFont typeface="Verdana"/>
              <a:buChar char="-"/>
            </a:pPr>
            <a:r>
              <a:rPr lang="en-US" sz="1100">
                <a:solidFill>
                  <a:schemeClr val="dk1"/>
                </a:solidFill>
                <a:latin typeface="Verdana"/>
                <a:ea typeface="Verdana"/>
                <a:cs typeface="Verdana"/>
                <a:sym typeface="Verdana"/>
              </a:rPr>
              <a:t>If Alt Text isn’t relevant, tick the box to “Mark element as decorative”</a:t>
            </a:r>
            <a:endParaRPr/>
          </a:p>
        </p:txBody>
      </p:sp>
      <p:pic>
        <p:nvPicPr>
          <p:cNvPr id="664" name="Google Shape;664;p109"/>
          <p:cNvPicPr preferRelativeResize="0"/>
          <p:nvPr/>
        </p:nvPicPr>
        <p:blipFill rotWithShape="1">
          <a:blip r:embed="rId2">
            <a:alphaModFix/>
          </a:blip>
          <a:srcRect b="0" l="0" r="0" t="0"/>
          <a:stretch/>
        </p:blipFill>
        <p:spPr>
          <a:xfrm>
            <a:off x="-2169241" y="2507594"/>
            <a:ext cx="307086" cy="62204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Numbers (Alternative)">
  <p:cSld name="Title, Content and Numbers (Alternative)">
    <p:spTree>
      <p:nvGrpSpPr>
        <p:cNvPr id="665" name="Shape 665"/>
        <p:cNvGrpSpPr/>
        <p:nvPr/>
      </p:nvGrpSpPr>
      <p:grpSpPr>
        <a:xfrm>
          <a:off x="0" y="0"/>
          <a:ext cx="0" cy="0"/>
          <a:chOff x="0" y="0"/>
          <a:chExt cx="0" cy="0"/>
        </a:xfrm>
      </p:grpSpPr>
      <p:sp>
        <p:nvSpPr>
          <p:cNvPr id="666" name="Google Shape;666;p110"/>
          <p:cNvSpPr/>
          <p:nvPr/>
        </p:nvSpPr>
        <p:spPr>
          <a:xfrm>
            <a:off x="0" y="0"/>
            <a:ext cx="27972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nvGrpSpPr>
          <p:cNvPr id="667" name="Google Shape;667;p110"/>
          <p:cNvGrpSpPr/>
          <p:nvPr/>
        </p:nvGrpSpPr>
        <p:grpSpPr>
          <a:xfrm>
            <a:off x="331191" y="4746709"/>
            <a:ext cx="804755" cy="207184"/>
            <a:chOff x="4767702" y="-472136"/>
            <a:chExt cx="745525" cy="191931"/>
          </a:xfrm>
        </p:grpSpPr>
        <p:sp>
          <p:nvSpPr>
            <p:cNvPr id="668" name="Google Shape;668;p110"/>
            <p:cNvSpPr/>
            <p:nvPr/>
          </p:nvSpPr>
          <p:spPr>
            <a:xfrm>
              <a:off x="4770087" y="-471716"/>
              <a:ext cx="740699" cy="191096"/>
            </a:xfrm>
            <a:custGeom>
              <a:rect b="b" l="l" r="r" t="t"/>
              <a:pathLst>
                <a:path extrusionOk="0" h="191096" w="740699">
                  <a:moveTo>
                    <a:pt x="689325" y="7347"/>
                  </a:moveTo>
                  <a:cubicBezTo>
                    <a:pt x="689325" y="8511"/>
                    <a:pt x="689026" y="9604"/>
                    <a:pt x="688790" y="10847"/>
                  </a:cubicBezTo>
                  <a:lnTo>
                    <a:pt x="686092" y="24840"/>
                  </a:lnTo>
                  <a:cubicBezTo>
                    <a:pt x="685558" y="28073"/>
                    <a:pt x="684213" y="29953"/>
                    <a:pt x="680980" y="29953"/>
                  </a:cubicBezTo>
                  <a:cubicBezTo>
                    <a:pt x="678974" y="29953"/>
                    <a:pt x="673177" y="28608"/>
                    <a:pt x="667797" y="28608"/>
                  </a:cubicBezTo>
                  <a:cubicBezTo>
                    <a:pt x="652993" y="28608"/>
                    <a:pt x="646528" y="36143"/>
                    <a:pt x="646528" y="50946"/>
                  </a:cubicBezTo>
                  <a:lnTo>
                    <a:pt x="646528" y="53911"/>
                  </a:lnTo>
                  <a:lnTo>
                    <a:pt x="680712" y="53911"/>
                  </a:lnTo>
                  <a:cubicBezTo>
                    <a:pt x="684213" y="53911"/>
                    <a:pt x="686092" y="56059"/>
                    <a:pt x="686092" y="59559"/>
                  </a:cubicBezTo>
                  <a:lnTo>
                    <a:pt x="686092" y="78130"/>
                  </a:lnTo>
                  <a:cubicBezTo>
                    <a:pt x="686092" y="81363"/>
                    <a:pt x="684213" y="83518"/>
                    <a:pt x="680712" y="83518"/>
                  </a:cubicBezTo>
                  <a:lnTo>
                    <a:pt x="646528" y="83518"/>
                  </a:lnTo>
                  <a:lnTo>
                    <a:pt x="646528" y="183097"/>
                  </a:lnTo>
                  <a:cubicBezTo>
                    <a:pt x="646528" y="186330"/>
                    <a:pt x="644380" y="188485"/>
                    <a:pt x="641148" y="188485"/>
                  </a:cubicBezTo>
                  <a:lnTo>
                    <a:pt x="617197" y="188485"/>
                  </a:lnTo>
                  <a:cubicBezTo>
                    <a:pt x="613964" y="188485"/>
                    <a:pt x="611809" y="186330"/>
                    <a:pt x="611809" y="183097"/>
                  </a:cubicBezTo>
                  <a:lnTo>
                    <a:pt x="611809" y="56602"/>
                  </a:lnTo>
                  <a:cubicBezTo>
                    <a:pt x="611809" y="17839"/>
                    <a:pt x="633612" y="79"/>
                    <a:pt x="666987" y="79"/>
                  </a:cubicBezTo>
                  <a:cubicBezTo>
                    <a:pt x="672729" y="79"/>
                    <a:pt x="678557" y="621"/>
                    <a:pt x="683945" y="1966"/>
                  </a:cubicBezTo>
                  <a:cubicBezTo>
                    <a:pt x="687713" y="2769"/>
                    <a:pt x="689325" y="4358"/>
                    <a:pt x="689325" y="7347"/>
                  </a:cubicBezTo>
                  <a:moveTo>
                    <a:pt x="741003" y="59292"/>
                  </a:moveTo>
                  <a:lnTo>
                    <a:pt x="741003" y="183097"/>
                  </a:lnTo>
                  <a:cubicBezTo>
                    <a:pt x="741003" y="186330"/>
                    <a:pt x="738848" y="188485"/>
                    <a:pt x="735615" y="188485"/>
                  </a:cubicBezTo>
                  <a:lnTo>
                    <a:pt x="711396" y="188485"/>
                  </a:lnTo>
                  <a:cubicBezTo>
                    <a:pt x="708164" y="188485"/>
                    <a:pt x="706008" y="186330"/>
                    <a:pt x="706008" y="183097"/>
                  </a:cubicBezTo>
                  <a:lnTo>
                    <a:pt x="706008" y="59292"/>
                  </a:lnTo>
                  <a:cubicBezTo>
                    <a:pt x="706008" y="56059"/>
                    <a:pt x="708164" y="53911"/>
                    <a:pt x="711396" y="53911"/>
                  </a:cubicBezTo>
                  <a:lnTo>
                    <a:pt x="735615" y="53911"/>
                  </a:lnTo>
                  <a:cubicBezTo>
                    <a:pt x="738848" y="53911"/>
                    <a:pt x="741003" y="56059"/>
                    <a:pt x="741003" y="59292"/>
                  </a:cubicBezTo>
                  <a:moveTo>
                    <a:pt x="518954" y="158879"/>
                  </a:moveTo>
                  <a:cubicBezTo>
                    <a:pt x="499038" y="158879"/>
                    <a:pt x="485847" y="145956"/>
                    <a:pt x="485847" y="121195"/>
                  </a:cubicBezTo>
                  <a:cubicBezTo>
                    <a:pt x="485847" y="96433"/>
                    <a:pt x="499038" y="83518"/>
                    <a:pt x="517074" y="83518"/>
                  </a:cubicBezTo>
                  <a:cubicBezTo>
                    <a:pt x="536990" y="83518"/>
                    <a:pt x="550173" y="96433"/>
                    <a:pt x="550173" y="121195"/>
                  </a:cubicBezTo>
                  <a:cubicBezTo>
                    <a:pt x="550173" y="145956"/>
                    <a:pt x="536990" y="158879"/>
                    <a:pt x="518954" y="158879"/>
                  </a:cubicBezTo>
                  <a:moveTo>
                    <a:pt x="517074" y="51221"/>
                  </a:moveTo>
                  <a:cubicBezTo>
                    <a:pt x="476699" y="51221"/>
                    <a:pt x="450317" y="80553"/>
                    <a:pt x="450317" y="121195"/>
                  </a:cubicBezTo>
                  <a:cubicBezTo>
                    <a:pt x="450317" y="161837"/>
                    <a:pt x="476699" y="191176"/>
                    <a:pt x="518954" y="191176"/>
                  </a:cubicBezTo>
                  <a:cubicBezTo>
                    <a:pt x="559328" y="191176"/>
                    <a:pt x="585702" y="161837"/>
                    <a:pt x="585702" y="121195"/>
                  </a:cubicBezTo>
                  <a:cubicBezTo>
                    <a:pt x="585702" y="80553"/>
                    <a:pt x="559328" y="51221"/>
                    <a:pt x="517074" y="51221"/>
                  </a:cubicBezTo>
                  <a:moveTo>
                    <a:pt x="424486" y="101813"/>
                  </a:moveTo>
                  <a:lnTo>
                    <a:pt x="424486" y="183097"/>
                  </a:lnTo>
                  <a:cubicBezTo>
                    <a:pt x="424486" y="186330"/>
                    <a:pt x="422331" y="188485"/>
                    <a:pt x="419098" y="188485"/>
                  </a:cubicBezTo>
                  <a:lnTo>
                    <a:pt x="394880" y="188485"/>
                  </a:lnTo>
                  <a:cubicBezTo>
                    <a:pt x="391647" y="188485"/>
                    <a:pt x="389492" y="186330"/>
                    <a:pt x="389492" y="183097"/>
                  </a:cubicBezTo>
                  <a:lnTo>
                    <a:pt x="389492" y="106391"/>
                  </a:lnTo>
                  <a:cubicBezTo>
                    <a:pt x="389492" y="90243"/>
                    <a:pt x="377921" y="83518"/>
                    <a:pt x="363385" y="83518"/>
                  </a:cubicBezTo>
                  <a:cubicBezTo>
                    <a:pt x="355040" y="83518"/>
                    <a:pt x="350470" y="84053"/>
                    <a:pt x="343469" y="85665"/>
                  </a:cubicBezTo>
                  <a:cubicBezTo>
                    <a:pt x="339159" y="86743"/>
                    <a:pt x="337012" y="88631"/>
                    <a:pt x="337012" y="92666"/>
                  </a:cubicBezTo>
                  <a:lnTo>
                    <a:pt x="337012" y="183097"/>
                  </a:lnTo>
                  <a:cubicBezTo>
                    <a:pt x="337012" y="186330"/>
                    <a:pt x="334856" y="188485"/>
                    <a:pt x="331624" y="188485"/>
                  </a:cubicBezTo>
                  <a:lnTo>
                    <a:pt x="307405" y="188485"/>
                  </a:lnTo>
                  <a:cubicBezTo>
                    <a:pt x="304172" y="188485"/>
                    <a:pt x="302017" y="186330"/>
                    <a:pt x="302017" y="183097"/>
                  </a:cubicBezTo>
                  <a:lnTo>
                    <a:pt x="302017" y="71672"/>
                  </a:lnTo>
                  <a:cubicBezTo>
                    <a:pt x="302017" y="65482"/>
                    <a:pt x="304982" y="62249"/>
                    <a:pt x="308750" y="60904"/>
                  </a:cubicBezTo>
                  <a:cubicBezTo>
                    <a:pt x="328399" y="53911"/>
                    <a:pt x="346970" y="51221"/>
                    <a:pt x="362850" y="51221"/>
                  </a:cubicBezTo>
                  <a:cubicBezTo>
                    <a:pt x="404295" y="51221"/>
                    <a:pt x="424486" y="68982"/>
                    <a:pt x="424486" y="101813"/>
                  </a:cubicBezTo>
                  <a:moveTo>
                    <a:pt x="122497" y="167759"/>
                  </a:moveTo>
                  <a:cubicBezTo>
                    <a:pt x="122497" y="172337"/>
                    <a:pt x="121963" y="178528"/>
                    <a:pt x="120342" y="183097"/>
                  </a:cubicBezTo>
                  <a:cubicBezTo>
                    <a:pt x="118997" y="187140"/>
                    <a:pt x="117385" y="188485"/>
                    <a:pt x="113350" y="188485"/>
                  </a:cubicBezTo>
                  <a:lnTo>
                    <a:pt x="89123" y="188485"/>
                  </a:lnTo>
                  <a:cubicBezTo>
                    <a:pt x="86433" y="188485"/>
                    <a:pt x="85088" y="186865"/>
                    <a:pt x="85088" y="184718"/>
                  </a:cubicBezTo>
                  <a:cubicBezTo>
                    <a:pt x="85088" y="184175"/>
                    <a:pt x="85088" y="183640"/>
                    <a:pt x="85356" y="183097"/>
                  </a:cubicBezTo>
                  <a:cubicBezTo>
                    <a:pt x="86433" y="179597"/>
                    <a:pt x="86968" y="177175"/>
                    <a:pt x="86968" y="173140"/>
                  </a:cubicBezTo>
                  <a:cubicBezTo>
                    <a:pt x="86968" y="133559"/>
                    <a:pt x="303" y="155646"/>
                    <a:pt x="303" y="98589"/>
                  </a:cubicBezTo>
                  <a:cubicBezTo>
                    <a:pt x="303" y="69517"/>
                    <a:pt x="23452" y="50144"/>
                    <a:pt x="59517" y="50144"/>
                  </a:cubicBezTo>
                  <a:cubicBezTo>
                    <a:pt x="78623" y="50144"/>
                    <a:pt x="98546" y="54714"/>
                    <a:pt x="115230" y="64404"/>
                  </a:cubicBezTo>
                  <a:cubicBezTo>
                    <a:pt x="117393" y="65490"/>
                    <a:pt x="118462" y="67637"/>
                    <a:pt x="118462" y="69792"/>
                  </a:cubicBezTo>
                  <a:cubicBezTo>
                    <a:pt x="118462" y="71137"/>
                    <a:pt x="118164" y="72710"/>
                    <a:pt x="117385" y="74362"/>
                  </a:cubicBezTo>
                  <a:lnTo>
                    <a:pt x="109039" y="92131"/>
                  </a:lnTo>
                  <a:cubicBezTo>
                    <a:pt x="107962" y="94553"/>
                    <a:pt x="105539" y="95899"/>
                    <a:pt x="103116" y="95899"/>
                  </a:cubicBezTo>
                  <a:cubicBezTo>
                    <a:pt x="101771" y="95899"/>
                    <a:pt x="100426" y="95623"/>
                    <a:pt x="99081" y="94821"/>
                  </a:cubicBezTo>
                  <a:cubicBezTo>
                    <a:pt x="85356" y="87286"/>
                    <a:pt x="72165" y="82708"/>
                    <a:pt x="58439" y="82708"/>
                  </a:cubicBezTo>
                  <a:cubicBezTo>
                    <a:pt x="44179" y="82708"/>
                    <a:pt x="35833" y="87923"/>
                    <a:pt x="35833" y="96166"/>
                  </a:cubicBezTo>
                  <a:cubicBezTo>
                    <a:pt x="35833" y="121368"/>
                    <a:pt x="122497" y="106659"/>
                    <a:pt x="122497" y="167759"/>
                  </a:cubicBezTo>
                  <a:moveTo>
                    <a:pt x="234191" y="149189"/>
                  </a:moveTo>
                  <a:cubicBezTo>
                    <a:pt x="234191" y="153224"/>
                    <a:pt x="232043" y="155111"/>
                    <a:pt x="227466" y="156456"/>
                  </a:cubicBezTo>
                  <a:cubicBezTo>
                    <a:pt x="221543" y="158069"/>
                    <a:pt x="216430" y="158879"/>
                    <a:pt x="209162" y="158879"/>
                  </a:cubicBezTo>
                  <a:cubicBezTo>
                    <a:pt x="191936" y="158879"/>
                    <a:pt x="175788" y="148646"/>
                    <a:pt x="175788" y="121195"/>
                  </a:cubicBezTo>
                  <a:cubicBezTo>
                    <a:pt x="175788" y="93743"/>
                    <a:pt x="191936" y="83518"/>
                    <a:pt x="209162" y="83518"/>
                  </a:cubicBezTo>
                  <a:cubicBezTo>
                    <a:pt x="216430" y="83518"/>
                    <a:pt x="221543" y="84320"/>
                    <a:pt x="227466" y="85941"/>
                  </a:cubicBezTo>
                  <a:cubicBezTo>
                    <a:pt x="232043" y="87286"/>
                    <a:pt x="234191" y="89165"/>
                    <a:pt x="234191" y="93201"/>
                  </a:cubicBezTo>
                  <a:lnTo>
                    <a:pt x="234191" y="149189"/>
                  </a:lnTo>
                  <a:close/>
                  <a:moveTo>
                    <a:pt x="262452" y="61179"/>
                  </a:moveTo>
                  <a:cubicBezTo>
                    <a:pt x="244692" y="54446"/>
                    <a:pt x="228000" y="51221"/>
                    <a:pt x="209430" y="51221"/>
                  </a:cubicBezTo>
                  <a:cubicBezTo>
                    <a:pt x="168795" y="51221"/>
                    <a:pt x="140258" y="78405"/>
                    <a:pt x="140258" y="121195"/>
                  </a:cubicBezTo>
                  <a:cubicBezTo>
                    <a:pt x="140258" y="164527"/>
                    <a:pt x="165020" y="191176"/>
                    <a:pt x="208895" y="191176"/>
                  </a:cubicBezTo>
                  <a:cubicBezTo>
                    <a:pt x="226655" y="191176"/>
                    <a:pt x="243881" y="188210"/>
                    <a:pt x="262452" y="180407"/>
                  </a:cubicBezTo>
                  <a:cubicBezTo>
                    <a:pt x="266763" y="178528"/>
                    <a:pt x="269185" y="175562"/>
                    <a:pt x="269185" y="169639"/>
                  </a:cubicBezTo>
                  <a:lnTo>
                    <a:pt x="269185" y="71940"/>
                  </a:lnTo>
                  <a:cubicBezTo>
                    <a:pt x="269185" y="65749"/>
                    <a:pt x="266763" y="62792"/>
                    <a:pt x="262452" y="61179"/>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669" name="Google Shape;669;p110"/>
            <p:cNvSpPr/>
            <p:nvPr/>
          </p:nvSpPr>
          <p:spPr>
            <a:xfrm flipH="1" rot="10726104">
              <a:off x="5474877" y="-471733"/>
              <a:ext cx="37949" cy="37711"/>
            </a:xfrm>
            <a:custGeom>
              <a:rect b="b" l="l" r="r" t="t"/>
              <a:pathLst>
                <a:path extrusionOk="0" h="37711" w="37949">
                  <a:moveTo>
                    <a:pt x="19483" y="17"/>
                  </a:moveTo>
                  <a:cubicBezTo>
                    <a:pt x="30519" y="-219"/>
                    <a:pt x="38212" y="6883"/>
                    <a:pt x="38456" y="18454"/>
                  </a:cubicBezTo>
                  <a:cubicBezTo>
                    <a:pt x="38715" y="30300"/>
                    <a:pt x="31329" y="37457"/>
                    <a:pt x="19491" y="37717"/>
                  </a:cubicBezTo>
                  <a:cubicBezTo>
                    <a:pt x="8188" y="37953"/>
                    <a:pt x="771" y="31118"/>
                    <a:pt x="519" y="19272"/>
                  </a:cubicBezTo>
                  <a:cubicBezTo>
                    <a:pt x="267" y="7701"/>
                    <a:pt x="7378" y="284"/>
                    <a:pt x="19483" y="17"/>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2"/>
                </a:solidFill>
                <a:latin typeface="Verdana"/>
                <a:ea typeface="Verdana"/>
                <a:cs typeface="Verdana"/>
                <a:sym typeface="Verdana"/>
              </a:endParaRPr>
            </a:p>
          </p:txBody>
        </p:sp>
        <p:sp>
          <p:nvSpPr>
            <p:cNvPr id="670" name="Google Shape;670;p110"/>
            <p:cNvSpPr/>
            <p:nvPr/>
          </p:nvSpPr>
          <p:spPr>
            <a:xfrm flipH="1" rot="-74975">
              <a:off x="4768103" y="-317778"/>
              <a:ext cx="37406" cy="37169"/>
            </a:xfrm>
            <a:custGeom>
              <a:rect b="b" l="l" r="r" t="t"/>
              <a:pathLst>
                <a:path extrusionOk="0" h="37169" w="37406">
                  <a:moveTo>
                    <a:pt x="18717" y="130"/>
                  </a:moveTo>
                  <a:cubicBezTo>
                    <a:pt x="29745" y="-106"/>
                    <a:pt x="37162" y="6729"/>
                    <a:pt x="37414" y="18300"/>
                  </a:cubicBezTo>
                  <a:cubicBezTo>
                    <a:pt x="37665" y="29603"/>
                    <a:pt x="30555" y="37028"/>
                    <a:pt x="18717" y="37288"/>
                  </a:cubicBezTo>
                  <a:cubicBezTo>
                    <a:pt x="7681" y="37524"/>
                    <a:pt x="264" y="30421"/>
                    <a:pt x="20" y="19118"/>
                  </a:cubicBezTo>
                  <a:cubicBezTo>
                    <a:pt x="-240" y="7547"/>
                    <a:pt x="6871" y="390"/>
                    <a:pt x="18717" y="13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grpSp>
      <p:sp>
        <p:nvSpPr>
          <p:cNvPr id="671" name="Google Shape;671;p110"/>
          <p:cNvSpPr txBox="1"/>
          <p:nvPr>
            <p:ph type="title"/>
          </p:nvPr>
        </p:nvSpPr>
        <p:spPr>
          <a:xfrm>
            <a:off x="331200" y="289130"/>
            <a:ext cx="2118055" cy="72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400"/>
              <a:buFont typeface="Verdan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2" name="Google Shape;672;p110"/>
          <p:cNvSpPr txBox="1"/>
          <p:nvPr>
            <p:ph idx="1" type="body"/>
          </p:nvPr>
        </p:nvSpPr>
        <p:spPr>
          <a:xfrm>
            <a:off x="333730" y="1071318"/>
            <a:ext cx="2116800" cy="43088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lt1"/>
              </a:buClr>
              <a:buSzPts val="1400"/>
              <a:buNone/>
              <a:defRPr b="0" i="1" sz="1400">
                <a:solidFill>
                  <a:schemeClr val="lt1"/>
                </a:solidFill>
                <a:latin typeface="Verdana"/>
                <a:ea typeface="Verdana"/>
                <a:cs typeface="Verdana"/>
                <a:sym typeface="Verdana"/>
              </a:defRPr>
            </a:lvl1pPr>
            <a:lvl2pPr indent="-228600" lvl="1" marL="914400" algn="l">
              <a:lnSpc>
                <a:spcPct val="125000"/>
              </a:lnSpc>
              <a:spcBef>
                <a:spcPts val="400"/>
              </a:spcBef>
              <a:spcAft>
                <a:spcPts val="0"/>
              </a:spcAft>
              <a:buSzPts val="1200"/>
              <a:buFont typeface="Arial"/>
              <a:buNone/>
              <a:defRPr sz="1200"/>
            </a:lvl2pPr>
            <a:lvl3pPr indent="-292100" lvl="2" marL="1371600" algn="l">
              <a:lnSpc>
                <a:spcPct val="110000"/>
              </a:lnSpc>
              <a:spcBef>
                <a:spcPts val="0"/>
              </a:spcBef>
              <a:spcAft>
                <a:spcPts val="0"/>
              </a:spcAft>
              <a:buSzPts val="1000"/>
              <a:buChar char="•"/>
              <a:defRPr sz="1000">
                <a:solidFill>
                  <a:schemeClr val="dk1"/>
                </a:solidFill>
                <a:latin typeface="Arial"/>
                <a:ea typeface="Arial"/>
                <a:cs typeface="Arial"/>
                <a:sym typeface="Arial"/>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3" name="Google Shape;673;p110"/>
          <p:cNvSpPr txBox="1"/>
          <p:nvPr>
            <p:ph idx="2" type="body"/>
          </p:nvPr>
        </p:nvSpPr>
        <p:spPr>
          <a:xfrm>
            <a:off x="331788" y="1341438"/>
            <a:ext cx="2116137" cy="3214687"/>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lt1"/>
              </a:buClr>
              <a:buSzPts val="1400"/>
              <a:buNone/>
              <a:defRPr>
                <a:solidFill>
                  <a:schemeClr val="lt1"/>
                </a:solidFill>
              </a:defRPr>
            </a:lvl1pPr>
            <a:lvl2pPr indent="-317500" lvl="1" marL="914400" algn="l">
              <a:lnSpc>
                <a:spcPct val="125000"/>
              </a:lnSpc>
              <a:spcBef>
                <a:spcPts val="0"/>
              </a:spcBef>
              <a:spcAft>
                <a:spcPts val="0"/>
              </a:spcAft>
              <a:buClr>
                <a:schemeClr val="lt1"/>
              </a:buClr>
              <a:buSzPts val="1400"/>
              <a:buChar char="•"/>
              <a:defRPr>
                <a:solidFill>
                  <a:schemeClr val="lt1"/>
                </a:solidFill>
              </a:defRPr>
            </a:lvl2pPr>
            <a:lvl3pPr indent="-317500" lvl="2" marL="1371600" algn="l">
              <a:lnSpc>
                <a:spcPct val="125000"/>
              </a:lnSpc>
              <a:spcBef>
                <a:spcPts val="0"/>
              </a:spcBef>
              <a:spcAft>
                <a:spcPts val="0"/>
              </a:spcAft>
              <a:buClr>
                <a:schemeClr val="lt1"/>
              </a:buClr>
              <a:buSzPts val="1400"/>
              <a:buChar char="•"/>
              <a:defRPr>
                <a:solidFill>
                  <a:schemeClr val="lt1"/>
                </a:solidFill>
              </a:defRPr>
            </a:lvl3pPr>
            <a:lvl4pPr indent="-317500" lvl="3" marL="1828800" algn="l">
              <a:lnSpc>
                <a:spcPct val="125000"/>
              </a:lnSpc>
              <a:spcBef>
                <a:spcPts val="0"/>
              </a:spcBef>
              <a:spcAft>
                <a:spcPts val="0"/>
              </a:spcAft>
              <a:buClr>
                <a:schemeClr val="lt1"/>
              </a:buClr>
              <a:buSzPts val="1400"/>
              <a:buChar char="•"/>
              <a:defRPr>
                <a:solidFill>
                  <a:schemeClr val="lt1"/>
                </a:solidFill>
              </a:defRPr>
            </a:lvl4pPr>
            <a:lvl5pPr indent="-317500" lvl="4" marL="2286000" algn="l">
              <a:lnSpc>
                <a:spcPct val="125000"/>
              </a:lnSpc>
              <a:spcBef>
                <a:spcPts val="0"/>
              </a:spcBef>
              <a:spcAft>
                <a:spcPts val="0"/>
              </a:spcAft>
              <a:buClr>
                <a:schemeClr val="lt1"/>
              </a:buClr>
              <a:buSzPts val="1400"/>
              <a:buChar char="•"/>
              <a:defRPr>
                <a:solidFill>
                  <a:schemeClr val="lt1"/>
                </a:solidFill>
              </a:defRPr>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4" name="Google Shape;674;p110"/>
          <p:cNvSpPr txBox="1"/>
          <p:nvPr>
            <p:ph idx="3" type="body"/>
          </p:nvPr>
        </p:nvSpPr>
        <p:spPr>
          <a:xfrm>
            <a:off x="3264208" y="739124"/>
            <a:ext cx="5546062" cy="214995"/>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1400"/>
              <a:buNone/>
              <a:defRPr sz="1400">
                <a:solidFill>
                  <a:schemeClr val="dk1"/>
                </a:solidFill>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5" name="Google Shape;675;p110"/>
          <p:cNvSpPr txBox="1"/>
          <p:nvPr>
            <p:ph idx="4" type="body"/>
          </p:nvPr>
        </p:nvSpPr>
        <p:spPr>
          <a:xfrm>
            <a:off x="3262749"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6" name="Google Shape;676;p110"/>
          <p:cNvSpPr txBox="1"/>
          <p:nvPr>
            <p:ph idx="5" type="body"/>
          </p:nvPr>
        </p:nvSpPr>
        <p:spPr>
          <a:xfrm>
            <a:off x="3262749" y="2211873"/>
            <a:ext cx="1268510" cy="49288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7" name="Google Shape;677;p110"/>
          <p:cNvSpPr txBox="1"/>
          <p:nvPr>
            <p:ph idx="6" type="body"/>
          </p:nvPr>
        </p:nvSpPr>
        <p:spPr>
          <a:xfrm>
            <a:off x="3262749"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8" name="Google Shape;678;p110"/>
          <p:cNvSpPr txBox="1"/>
          <p:nvPr>
            <p:ph idx="7" type="body"/>
          </p:nvPr>
        </p:nvSpPr>
        <p:spPr>
          <a:xfrm>
            <a:off x="4688351"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9" name="Google Shape;679;p110"/>
          <p:cNvSpPr txBox="1"/>
          <p:nvPr>
            <p:ph idx="8" type="body"/>
          </p:nvPr>
        </p:nvSpPr>
        <p:spPr>
          <a:xfrm>
            <a:off x="4688936"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0" name="Google Shape;680;p110"/>
          <p:cNvSpPr txBox="1"/>
          <p:nvPr>
            <p:ph idx="9" type="body"/>
          </p:nvPr>
        </p:nvSpPr>
        <p:spPr>
          <a:xfrm>
            <a:off x="4688936"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1" name="Google Shape;681;p110"/>
          <p:cNvSpPr txBox="1"/>
          <p:nvPr>
            <p:ph idx="13" type="body"/>
          </p:nvPr>
        </p:nvSpPr>
        <p:spPr>
          <a:xfrm>
            <a:off x="6113953"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2" name="Google Shape;682;p110"/>
          <p:cNvSpPr txBox="1"/>
          <p:nvPr>
            <p:ph idx="14" type="body"/>
          </p:nvPr>
        </p:nvSpPr>
        <p:spPr>
          <a:xfrm>
            <a:off x="6113953"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3" name="Google Shape;683;p110"/>
          <p:cNvSpPr txBox="1"/>
          <p:nvPr>
            <p:ph idx="15" type="body"/>
          </p:nvPr>
        </p:nvSpPr>
        <p:spPr>
          <a:xfrm>
            <a:off x="6113953"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4" name="Google Shape;684;p110"/>
          <p:cNvSpPr txBox="1"/>
          <p:nvPr>
            <p:ph idx="16" type="body"/>
          </p:nvPr>
        </p:nvSpPr>
        <p:spPr>
          <a:xfrm>
            <a:off x="7539556" y="1340691"/>
            <a:ext cx="818888" cy="690958"/>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4500"/>
              <a:buNone/>
              <a:defRPr b="0" i="0" sz="4500" cap="none">
                <a:solidFill>
                  <a:schemeClr val="dk1"/>
                </a:solidFill>
                <a:latin typeface="Verdana"/>
                <a:ea typeface="Verdana"/>
                <a:cs typeface="Verdana"/>
                <a:sym typeface="Verdana"/>
              </a:defRPr>
            </a:lvl1pPr>
            <a:lvl2pPr indent="-279400" lvl="1" marL="914400" algn="l">
              <a:lnSpc>
                <a:spcPct val="125000"/>
              </a:lnSpc>
              <a:spcBef>
                <a:spcPts val="0"/>
              </a:spcBef>
              <a:spcAft>
                <a:spcPts val="0"/>
              </a:spcAft>
              <a:buSzPts val="800"/>
              <a:buFont typeface="Verdana"/>
              <a:buChar char="•"/>
              <a:defRPr sz="800"/>
            </a:lvl2pPr>
            <a:lvl3pPr indent="-279400" lvl="2" marL="1371600" algn="l">
              <a:lnSpc>
                <a:spcPct val="110000"/>
              </a:lnSpc>
              <a:spcBef>
                <a:spcPts val="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5" name="Google Shape;685;p110"/>
          <p:cNvSpPr txBox="1"/>
          <p:nvPr>
            <p:ph idx="17" type="body"/>
          </p:nvPr>
        </p:nvSpPr>
        <p:spPr>
          <a:xfrm>
            <a:off x="7541760" y="2206097"/>
            <a:ext cx="1268510" cy="500119"/>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accent2"/>
              </a:buClr>
              <a:buSzPts val="1400"/>
              <a:buNone/>
              <a:defRPr i="1" sz="1400">
                <a:solidFill>
                  <a:schemeClr val="accent2"/>
                </a:solidFill>
                <a:latin typeface="Georgia"/>
                <a:ea typeface="Georgia"/>
                <a:cs typeface="Georgia"/>
                <a:sym typeface="Georgia"/>
              </a:defRPr>
            </a:lvl1pPr>
            <a:lvl2pPr indent="-228600" lvl="1" marL="914400" algn="l">
              <a:lnSpc>
                <a:spcPct val="109090"/>
              </a:lnSpc>
              <a:spcBef>
                <a:spcPts val="0"/>
              </a:spcBef>
              <a:spcAft>
                <a:spcPts val="0"/>
              </a:spcAft>
              <a:buSzPts val="1100"/>
              <a:buFont typeface="Arial"/>
              <a:buNone/>
              <a:defRPr sz="1100">
                <a:solidFill>
                  <a:schemeClr val="accent2"/>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6" name="Google Shape;686;p110"/>
          <p:cNvSpPr txBox="1"/>
          <p:nvPr>
            <p:ph idx="18" type="body"/>
          </p:nvPr>
        </p:nvSpPr>
        <p:spPr>
          <a:xfrm>
            <a:off x="7541760" y="2880664"/>
            <a:ext cx="1268510" cy="1798603"/>
          </a:xfrm>
          <a:prstGeom prst="rect">
            <a:avLst/>
          </a:prstGeom>
          <a:noFill/>
          <a:ln>
            <a:noFill/>
          </a:ln>
        </p:spPr>
        <p:txBody>
          <a:bodyPr anchorCtr="0" anchor="t" bIns="0" lIns="0" spcFirstLastPara="1" rIns="0" wrap="square" tIns="0">
            <a:noAutofit/>
          </a:bodyPr>
          <a:lstStyle>
            <a:lvl1pPr indent="-228600" lvl="0" marL="457200" algn="l">
              <a:lnSpc>
                <a:spcPct val="125000"/>
              </a:lnSpc>
              <a:spcBef>
                <a:spcPts val="0"/>
              </a:spcBef>
              <a:spcAft>
                <a:spcPts val="0"/>
              </a:spcAft>
              <a:buClr>
                <a:schemeClr val="dk1"/>
              </a:buClr>
              <a:buSzPts val="1400"/>
              <a:buNone/>
              <a:defRPr sz="1400">
                <a:solidFill>
                  <a:schemeClr val="dk1"/>
                </a:solidFill>
              </a:defRPr>
            </a:lvl1pPr>
            <a:lvl2pPr indent="-228600" lvl="1" marL="914400" algn="l">
              <a:lnSpc>
                <a:spcPct val="171428"/>
              </a:lnSpc>
              <a:spcBef>
                <a:spcPts val="0"/>
              </a:spcBef>
              <a:spcAft>
                <a:spcPts val="0"/>
              </a:spcAft>
              <a:buSzPts val="700"/>
              <a:buFont typeface="Arial"/>
              <a:buNone/>
              <a:defRPr sz="700">
                <a:solidFill>
                  <a:schemeClr val="dk1"/>
                </a:solidFill>
              </a:defRPr>
            </a:lvl2pPr>
            <a:lvl3pPr indent="-279400" lvl="2" marL="1371600" algn="l">
              <a:lnSpc>
                <a:spcPct val="110000"/>
              </a:lnSpc>
              <a:spcBef>
                <a:spcPts val="400"/>
              </a:spcBef>
              <a:spcAft>
                <a:spcPts val="0"/>
              </a:spcAft>
              <a:buSzPts val="800"/>
              <a:buChar char="•"/>
              <a:defRPr sz="800">
                <a:latin typeface="Verdana"/>
                <a:ea typeface="Verdana"/>
                <a:cs typeface="Verdana"/>
                <a:sym typeface="Verdana"/>
              </a:defRPr>
            </a:lvl3pPr>
            <a:lvl4pPr indent="-292100" lvl="3" marL="1828800" algn="l">
              <a:lnSpc>
                <a:spcPct val="125000"/>
              </a:lnSpc>
              <a:spcBef>
                <a:spcPts val="0"/>
              </a:spcBef>
              <a:spcAft>
                <a:spcPts val="0"/>
              </a:spcAft>
              <a:buSzPts val="1000"/>
              <a:buChar char="•"/>
              <a:defRPr sz="1000"/>
            </a:lvl4pPr>
            <a:lvl5pPr indent="-292100" lvl="4" marL="2286000" algn="l">
              <a:lnSpc>
                <a:spcPct val="125000"/>
              </a:lnSpc>
              <a:spcBef>
                <a:spcPts val="0"/>
              </a:spcBef>
              <a:spcAft>
                <a:spcPts val="0"/>
              </a:spcAft>
              <a:buSzPts val="1000"/>
              <a:buChar char="•"/>
              <a:defRPr sz="1000"/>
            </a:lvl5pPr>
            <a:lvl6pPr indent="-228600" lvl="5" marL="2743200" algn="l">
              <a:lnSpc>
                <a:spcPct val="90000"/>
              </a:lnSpc>
              <a:spcBef>
                <a:spcPts val="375"/>
              </a:spcBef>
              <a:spcAft>
                <a:spcPts val="0"/>
              </a:spcAft>
              <a:buClr>
                <a:schemeClr val="dk1"/>
              </a:buClr>
              <a:buSzPts val="1800"/>
              <a:buNone/>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7" name="Google Shape;687;p110"/>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8" name="Google Shape;688;p110"/>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89" name="Google Shape;689;p110"/>
          <p:cNvSpPr txBox="1"/>
          <p:nvPr>
            <p:ph idx="11" type="ftr"/>
          </p:nvPr>
        </p:nvSpPr>
        <p:spPr>
          <a:xfrm>
            <a:off x="1671799" y="5427541"/>
            <a:ext cx="4480560" cy="16663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20" Type="http://schemas.openxmlformats.org/officeDocument/2006/relationships/slideLayout" Target="../slideLayouts/slideLayout1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22" Type="http://schemas.openxmlformats.org/officeDocument/2006/relationships/slideLayout" Target="../slideLayouts/slideLayout21.xml"/><Relationship Id="rId44" Type="http://schemas.openxmlformats.org/officeDocument/2006/relationships/slideLayout" Target="../slideLayouts/slideLayout43.xml"/><Relationship Id="rId21" Type="http://schemas.openxmlformats.org/officeDocument/2006/relationships/slideLayout" Target="../slideLayouts/slideLayout20.xml"/><Relationship Id="rId43" Type="http://schemas.openxmlformats.org/officeDocument/2006/relationships/slideLayout" Target="../slideLayouts/slideLayout42.xml"/><Relationship Id="rId24" Type="http://schemas.openxmlformats.org/officeDocument/2006/relationships/slideLayout" Target="../slideLayouts/slideLayout23.xml"/><Relationship Id="rId46" Type="http://schemas.openxmlformats.org/officeDocument/2006/relationships/slideLayout" Target="../slideLayouts/slideLayout45.xml"/><Relationship Id="rId23" Type="http://schemas.openxmlformats.org/officeDocument/2006/relationships/slideLayout" Target="../slideLayouts/slideLayout22.xml"/><Relationship Id="rId45" Type="http://schemas.openxmlformats.org/officeDocument/2006/relationships/slideLayout" Target="../slideLayouts/slideLayout44.xml"/><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48" Type="http://schemas.openxmlformats.org/officeDocument/2006/relationships/theme" Target="../theme/theme2.xml"/><Relationship Id="rId25" Type="http://schemas.openxmlformats.org/officeDocument/2006/relationships/slideLayout" Target="../slideLayouts/slideLayout24.xml"/><Relationship Id="rId47" Type="http://schemas.openxmlformats.org/officeDocument/2006/relationships/slideLayout" Target="../slideLayouts/slideLayout46.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slideLayout" Target="../slideLayouts/slideLayout38.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4"/>
          <p:cNvSpPr txBox="1"/>
          <p:nvPr>
            <p:ph type="title"/>
          </p:nvPr>
        </p:nvSpPr>
        <p:spPr>
          <a:xfrm>
            <a:off x="331200" y="289130"/>
            <a:ext cx="8485200" cy="720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accent1"/>
              </a:buClr>
              <a:buSzPts val="2400"/>
              <a:buFont typeface="Verdana"/>
              <a:buNone/>
              <a:defRPr b="0" i="0" sz="2400" u="none" cap="none" strike="noStrike">
                <a:solidFill>
                  <a:schemeClr val="accent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4"/>
          <p:cNvSpPr txBox="1"/>
          <p:nvPr>
            <p:ph idx="1" type="body"/>
          </p:nvPr>
        </p:nvSpPr>
        <p:spPr>
          <a:xfrm>
            <a:off x="331191" y="1347442"/>
            <a:ext cx="8478000" cy="3205247"/>
          </a:xfrm>
          <a:prstGeom prst="rect">
            <a:avLst/>
          </a:prstGeom>
          <a:noFill/>
          <a:ln>
            <a:noFill/>
          </a:ln>
        </p:spPr>
        <p:txBody>
          <a:bodyPr anchorCtr="0" anchor="t" bIns="0" lIns="0" spcFirstLastPara="1" rIns="0" wrap="square" tIns="0">
            <a:noAutofit/>
          </a:bodyPr>
          <a:lstStyle>
            <a:lvl1pPr indent="-228600" lvl="0" marL="457200" marR="0" rtl="0" algn="l">
              <a:lnSpc>
                <a:spcPct val="125000"/>
              </a:lnSpc>
              <a:spcBef>
                <a:spcPts val="0"/>
              </a:spcBef>
              <a:spcAft>
                <a:spcPts val="0"/>
              </a:spcAft>
              <a:buClr>
                <a:schemeClr val="dk1"/>
              </a:buClr>
              <a:buSzPts val="1400"/>
              <a:buFont typeface="Arial"/>
              <a:buNone/>
              <a:defRPr b="0" i="0" sz="1400" u="none" cap="none" strike="noStrike">
                <a:solidFill>
                  <a:schemeClr val="dk1"/>
                </a:solidFill>
                <a:latin typeface="Verdana"/>
                <a:ea typeface="Verdana"/>
                <a:cs typeface="Verdana"/>
                <a:sym typeface="Verdana"/>
              </a:defRPr>
            </a:lvl1pPr>
            <a:lvl2pPr indent="-317500" lvl="1" marL="914400"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2pPr>
            <a:lvl3pPr indent="-317500" lvl="2" marL="1371600"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3pPr>
            <a:lvl4pPr indent="-317500" lvl="3" marL="1828800"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4pPr>
            <a:lvl5pPr indent="-317500" lvl="4" marL="2286000" marR="0" rtl="0" algn="l">
              <a:lnSpc>
                <a:spcPct val="125000"/>
              </a:lnSpc>
              <a:spcBef>
                <a:spcPts val="0"/>
              </a:spcBef>
              <a:spcAft>
                <a:spcPts val="0"/>
              </a:spcAft>
              <a:buClr>
                <a:schemeClr val="accent2"/>
              </a:buClr>
              <a:buSzPts val="1400"/>
              <a:buFont typeface="Arial"/>
              <a:buChar char="•"/>
              <a:defRPr b="0" i="0" sz="1400" u="none" cap="none" strike="noStrike">
                <a:solidFill>
                  <a:schemeClr val="dk1"/>
                </a:solidFill>
                <a:latin typeface="Verdana"/>
                <a:ea typeface="Verdana"/>
                <a:cs typeface="Verdana"/>
                <a:sym typeface="Verdana"/>
              </a:defRPr>
            </a:lvl5pPr>
            <a:lvl6pPr indent="-228600" lvl="5" marL="27432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Verdana"/>
                <a:ea typeface="Verdana"/>
                <a:cs typeface="Verdana"/>
                <a:sym typeface="Verdan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pic>
        <p:nvPicPr>
          <p:cNvPr descr="Shape&#10;&#10;Description automatically generated with low confidence" id="12" name="Google Shape;12;p64"/>
          <p:cNvPicPr preferRelativeResize="0"/>
          <p:nvPr/>
        </p:nvPicPr>
        <p:blipFill rotWithShape="1">
          <a:blip r:embed="rId1">
            <a:alphaModFix/>
          </a:blip>
          <a:srcRect b="0" l="0" r="0" t="0"/>
          <a:stretch/>
        </p:blipFill>
        <p:spPr>
          <a:xfrm>
            <a:off x="174822" y="4596340"/>
            <a:ext cx="1157201" cy="533712"/>
          </a:xfrm>
          <a:prstGeom prst="rect">
            <a:avLst/>
          </a:prstGeom>
          <a:noFill/>
          <a:ln>
            <a:noFill/>
          </a:ln>
        </p:spPr>
      </p:pic>
      <p:sp>
        <p:nvSpPr>
          <p:cNvPr id="13" name="Google Shape;13;p64"/>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lvl1pPr lvl="0" marR="0" rtl="0" algn="ctr">
              <a:spcBef>
                <a:spcPts val="0"/>
              </a:spcBef>
              <a:spcAft>
                <a:spcPts val="0"/>
              </a:spcAft>
              <a:buSzPts val="1400"/>
              <a:buNone/>
              <a:defRPr b="0" i="0" sz="9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 name="Google Shape;14;p64"/>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lvl1pPr lvl="0" marR="0" rtl="0" algn="r">
              <a:spcBef>
                <a:spcPts val="0"/>
              </a:spcBef>
              <a:spcAft>
                <a:spcPts val="0"/>
              </a:spcAft>
              <a:buSzPts val="1400"/>
              <a:buNone/>
              <a:defRPr b="0" i="0" sz="9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5" name="Google Shape;15;p64"/>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chemeClr val="dk1"/>
                </a:solidFill>
                <a:latin typeface="Verdana"/>
                <a:ea typeface="Verdana"/>
                <a:cs typeface="Verdana"/>
                <a:sym typeface="Verdana"/>
              </a:defRPr>
            </a:lvl1pPr>
            <a:lvl2pPr indent="0" lvl="1" marL="0" marR="0" rtl="0" algn="r">
              <a:spcBef>
                <a:spcPts val="0"/>
              </a:spcBef>
              <a:buNone/>
              <a:defRPr b="0" i="0" sz="1200" u="none" cap="none" strike="noStrike">
                <a:solidFill>
                  <a:schemeClr val="dk1"/>
                </a:solidFill>
                <a:latin typeface="Verdana"/>
                <a:ea typeface="Verdana"/>
                <a:cs typeface="Verdana"/>
                <a:sym typeface="Verdana"/>
              </a:defRPr>
            </a:lvl2pPr>
            <a:lvl3pPr indent="0" lvl="2" marL="0" marR="0" rtl="0" algn="r">
              <a:spcBef>
                <a:spcPts val="0"/>
              </a:spcBef>
              <a:buNone/>
              <a:defRPr b="0" i="0" sz="1200" u="none" cap="none" strike="noStrike">
                <a:solidFill>
                  <a:schemeClr val="dk1"/>
                </a:solidFill>
                <a:latin typeface="Verdana"/>
                <a:ea typeface="Verdana"/>
                <a:cs typeface="Verdana"/>
                <a:sym typeface="Verdana"/>
              </a:defRPr>
            </a:lvl3pPr>
            <a:lvl4pPr indent="0" lvl="3" marL="0" marR="0" rtl="0" algn="r">
              <a:spcBef>
                <a:spcPts val="0"/>
              </a:spcBef>
              <a:buNone/>
              <a:defRPr b="0" i="0" sz="1200" u="none" cap="none" strike="noStrike">
                <a:solidFill>
                  <a:schemeClr val="dk1"/>
                </a:solidFill>
                <a:latin typeface="Verdana"/>
                <a:ea typeface="Verdana"/>
                <a:cs typeface="Verdana"/>
                <a:sym typeface="Verdana"/>
              </a:defRPr>
            </a:lvl4pPr>
            <a:lvl5pPr indent="0" lvl="4" marL="0" marR="0" rtl="0" algn="r">
              <a:spcBef>
                <a:spcPts val="0"/>
              </a:spcBef>
              <a:buNone/>
              <a:defRPr b="0" i="0" sz="1200" u="none" cap="none" strike="noStrike">
                <a:solidFill>
                  <a:schemeClr val="dk1"/>
                </a:solidFill>
                <a:latin typeface="Verdana"/>
                <a:ea typeface="Verdana"/>
                <a:cs typeface="Verdana"/>
                <a:sym typeface="Verdana"/>
              </a:defRPr>
            </a:lvl5pPr>
            <a:lvl6pPr indent="0" lvl="5" marL="0" marR="0" rtl="0" algn="r">
              <a:spcBef>
                <a:spcPts val="0"/>
              </a:spcBef>
              <a:buNone/>
              <a:defRPr b="0" i="0" sz="1200" u="none" cap="none" strike="noStrike">
                <a:solidFill>
                  <a:schemeClr val="dk1"/>
                </a:solidFill>
                <a:latin typeface="Verdana"/>
                <a:ea typeface="Verdana"/>
                <a:cs typeface="Verdana"/>
                <a:sym typeface="Verdana"/>
              </a:defRPr>
            </a:lvl6pPr>
            <a:lvl7pPr indent="0" lvl="6" marL="0" marR="0" rtl="0" algn="r">
              <a:spcBef>
                <a:spcPts val="0"/>
              </a:spcBef>
              <a:buNone/>
              <a:defRPr b="0" i="0" sz="1200" u="none" cap="none" strike="noStrike">
                <a:solidFill>
                  <a:schemeClr val="dk1"/>
                </a:solidFill>
                <a:latin typeface="Verdana"/>
                <a:ea typeface="Verdana"/>
                <a:cs typeface="Verdana"/>
                <a:sym typeface="Verdana"/>
              </a:defRPr>
            </a:lvl7pPr>
            <a:lvl8pPr indent="0" lvl="7" marL="0" marR="0" rtl="0" algn="r">
              <a:spcBef>
                <a:spcPts val="0"/>
              </a:spcBef>
              <a:buNone/>
              <a:defRPr b="0" i="0" sz="1200" u="none" cap="none" strike="noStrike">
                <a:solidFill>
                  <a:schemeClr val="dk1"/>
                </a:solidFill>
                <a:latin typeface="Verdana"/>
                <a:ea typeface="Verdana"/>
                <a:cs typeface="Verdana"/>
                <a:sym typeface="Verdana"/>
              </a:defRPr>
            </a:lvl8pPr>
            <a:lvl9pPr indent="0" lvl="8" marL="0" marR="0" rtl="0" algn="r">
              <a:spcBef>
                <a:spcPts val="0"/>
              </a:spcBef>
              <a:buNone/>
              <a:defRPr b="0" i="0" sz="12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3"/>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t/>
            </a:r>
            <a:endParaRPr/>
          </a:p>
        </p:txBody>
      </p:sp>
      <p:sp>
        <p:nvSpPr>
          <p:cNvPr id="695" name="Google Shape;695;p3"/>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lang="en-US"/>
              <a:t>4/2/2024</a:t>
            </a:r>
            <a:endParaRPr/>
          </a:p>
        </p:txBody>
      </p:sp>
      <p:sp>
        <p:nvSpPr>
          <p:cNvPr id="696" name="Google Shape;696;p3"/>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21"/>
          <p:cNvSpPr txBox="1"/>
          <p:nvPr>
            <p:ph type="title"/>
          </p:nvPr>
        </p:nvSpPr>
        <p:spPr>
          <a:xfrm>
            <a:off x="331200" y="289130"/>
            <a:ext cx="5733340" cy="720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accent1"/>
              </a:buClr>
              <a:buSzPts val="2400"/>
              <a:buFont typeface="Verdana"/>
              <a:buNone/>
            </a:pPr>
            <a:r>
              <a:rPr lang="en-US"/>
              <a:t>Main title goes here</a:t>
            </a:r>
            <a:endParaRPr/>
          </a:p>
        </p:txBody>
      </p:sp>
      <p:sp>
        <p:nvSpPr>
          <p:cNvPr id="702" name="Google Shape;702;p21"/>
          <p:cNvSpPr txBox="1"/>
          <p:nvPr>
            <p:ph idx="1" type="body"/>
          </p:nvPr>
        </p:nvSpPr>
        <p:spPr>
          <a:xfrm>
            <a:off x="333730" y="1071318"/>
            <a:ext cx="5733015" cy="21544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400"/>
              <a:buNone/>
            </a:pPr>
            <a:r>
              <a:rPr lang="en-US"/>
              <a:t>Subtitle goes here</a:t>
            </a:r>
            <a:endParaRPr/>
          </a:p>
        </p:txBody>
      </p:sp>
      <p:sp>
        <p:nvSpPr>
          <p:cNvPr id="703" name="Google Shape;703;p21"/>
          <p:cNvSpPr txBox="1"/>
          <p:nvPr>
            <p:ph idx="2" type="body"/>
          </p:nvPr>
        </p:nvSpPr>
        <p:spPr>
          <a:xfrm>
            <a:off x="331525" y="1340692"/>
            <a:ext cx="5733015" cy="3209012"/>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dk1"/>
              </a:buClr>
              <a:buSzPts val="1400"/>
              <a:buNone/>
            </a:pPr>
            <a:r>
              <a:rPr lang="en-US"/>
              <a:t>The quick brown fox jumps over the lazy dog. The quick brown fox jumps over the lazy dog. The quick brown fox jumps over the lazy dog. The quick brown fox jumps over the lazy dog.</a:t>
            </a:r>
            <a:endParaRPr/>
          </a:p>
          <a:p>
            <a:pPr indent="0" lvl="0" marL="0" rtl="0" algn="l">
              <a:lnSpc>
                <a:spcPct val="125000"/>
              </a:lnSpc>
              <a:spcBef>
                <a:spcPts val="0"/>
              </a:spcBef>
              <a:spcAft>
                <a:spcPts val="0"/>
              </a:spcAft>
              <a:buClr>
                <a:schemeClr val="dk1"/>
              </a:buClr>
              <a:buSzPts val="1400"/>
              <a:buNone/>
            </a:pPr>
            <a:r>
              <a:t/>
            </a:r>
            <a:endParaRPr/>
          </a:p>
          <a:p>
            <a:pPr indent="0" lvl="0" marL="0" rtl="0" algn="l">
              <a:lnSpc>
                <a:spcPct val="125000"/>
              </a:lnSpc>
              <a:spcBef>
                <a:spcPts val="0"/>
              </a:spcBef>
              <a:spcAft>
                <a:spcPts val="0"/>
              </a:spcAft>
              <a:buClr>
                <a:schemeClr val="dk1"/>
              </a:buClr>
              <a:buSzPts val="1400"/>
              <a:buNone/>
            </a:pPr>
            <a:r>
              <a:rPr lang="en-US"/>
              <a:t>The quick brown fox jumps over the lazy dog. The quick brown fox jumps over the lazy dog. The quick brown fox jumps over the lazy dog.</a:t>
            </a:r>
            <a:endParaRPr/>
          </a:p>
        </p:txBody>
      </p:sp>
      <p:sp>
        <p:nvSpPr>
          <p:cNvPr id="704" name="Google Shape;704;p21"/>
          <p:cNvSpPr txBox="1"/>
          <p:nvPr>
            <p:ph idx="11" type="ftr"/>
          </p:nvPr>
        </p:nvSpPr>
        <p:spPr>
          <a:xfrm>
            <a:off x="1671799" y="4830641"/>
            <a:ext cx="4480560" cy="16663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t/>
            </a:r>
            <a:endParaRPr/>
          </a:p>
        </p:txBody>
      </p:sp>
      <p:sp>
        <p:nvSpPr>
          <p:cNvPr id="705" name="Google Shape;705;p21"/>
          <p:cNvSpPr txBox="1"/>
          <p:nvPr>
            <p:ph idx="10" type="dt"/>
          </p:nvPr>
        </p:nvSpPr>
        <p:spPr>
          <a:xfrm>
            <a:off x="6548724" y="4822572"/>
            <a:ext cx="1626918" cy="166629"/>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lang="en-US"/>
              <a:t>4/2/2024</a:t>
            </a:r>
            <a:endParaRPr/>
          </a:p>
        </p:txBody>
      </p:sp>
      <p:sp>
        <p:nvSpPr>
          <p:cNvPr id="706" name="Google Shape;706;p21"/>
          <p:cNvSpPr txBox="1"/>
          <p:nvPr>
            <p:ph idx="12" type="sldNum"/>
          </p:nvPr>
        </p:nvSpPr>
        <p:spPr>
          <a:xfrm>
            <a:off x="8336226" y="4792985"/>
            <a:ext cx="476250" cy="205743"/>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Une image contenant fenêtre, personne, femme, intérieur" id="707" name="Google Shape;707;p21"/>
          <p:cNvPicPr preferRelativeResize="0"/>
          <p:nvPr>
            <p:ph idx="3" type="pic"/>
          </p:nvPr>
        </p:nvPicPr>
        <p:blipFill rotWithShape="1">
          <a:blip r:embed="rId3">
            <a:alphaModFix/>
          </a:blip>
          <a:srcRect b="0" l="33544" r="5257" t="0"/>
          <a:stretch/>
        </p:blipFill>
        <p:spPr>
          <a:xfrm>
            <a:off x="6346825" y="0"/>
            <a:ext cx="27971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2"/>
          <p:cNvSpPr txBox="1"/>
          <p:nvPr>
            <p:ph type="ctrTitle"/>
          </p:nvPr>
        </p:nvSpPr>
        <p:spPr>
          <a:xfrm>
            <a:off x="1109117" y="804818"/>
            <a:ext cx="6929786" cy="1272152"/>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Clr>
                <a:schemeClr val="dk2"/>
              </a:buClr>
              <a:buSzPts val="7000"/>
              <a:buFont typeface="Verdana"/>
              <a:buNone/>
            </a:pPr>
            <a:r>
              <a:rPr lang="en-US" sz="7000"/>
              <a:t>Thank </a:t>
            </a:r>
            <a:r>
              <a:rPr i="1" lang="en-US" sz="7800">
                <a:latin typeface="Georgia"/>
                <a:ea typeface="Georgia"/>
                <a:cs typeface="Georgia"/>
                <a:sym typeface="Georgia"/>
              </a:rPr>
              <a:t>you</a:t>
            </a:r>
            <a:r>
              <a:rPr i="1" lang="en-US" sz="7000">
                <a:latin typeface="Georgia"/>
                <a:ea typeface="Georgia"/>
                <a:cs typeface="Georgia"/>
                <a:sym typeface="Georgia"/>
              </a:rPr>
              <a:t>!</a:t>
            </a:r>
            <a:endParaRPr/>
          </a:p>
        </p:txBody>
      </p:sp>
      <p:sp>
        <p:nvSpPr>
          <p:cNvPr id="714" name="Google Shape;714;p62"/>
          <p:cNvSpPr txBox="1"/>
          <p:nvPr/>
        </p:nvSpPr>
        <p:spPr>
          <a:xfrm>
            <a:off x="1145010" y="2122634"/>
            <a:ext cx="6858000" cy="54573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chemeClr val="dk2"/>
              </a:buClr>
              <a:buSzPts val="2800"/>
              <a:buFont typeface="Arial"/>
              <a:buNone/>
            </a:pPr>
            <a:r>
              <a:rPr b="0" i="1" lang="en-US" sz="2800">
                <a:solidFill>
                  <a:schemeClr val="dk2"/>
                </a:solidFill>
                <a:latin typeface="Arial"/>
                <a:ea typeface="Arial"/>
                <a:cs typeface="Arial"/>
                <a:sym typeface="Arial"/>
              </a:rPr>
              <a:t>Make someone’s day with Bravo!</a:t>
            </a:r>
            <a:endParaRPr b="0" i="1" sz="7200">
              <a:solidFill>
                <a:schemeClr val="dk2"/>
              </a:solidFill>
              <a:latin typeface="Georgia"/>
              <a:ea typeface="Georgia"/>
              <a:cs typeface="Georgia"/>
              <a:sym typeface="Georgia"/>
            </a:endParaRPr>
          </a:p>
        </p:txBody>
      </p:sp>
      <p:sp>
        <p:nvSpPr>
          <p:cNvPr id="715" name="Google Shape;715;p62"/>
          <p:cNvSpPr txBox="1"/>
          <p:nvPr/>
        </p:nvSpPr>
        <p:spPr>
          <a:xfrm>
            <a:off x="1145010" y="2953189"/>
            <a:ext cx="6858000" cy="349788"/>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chemeClr val="dk2"/>
              </a:buClr>
              <a:buSzPts val="1800"/>
              <a:buFont typeface="Verdana"/>
              <a:buNone/>
            </a:pPr>
            <a:r>
              <a:rPr b="0" i="0" lang="en-US" sz="1800">
                <a:solidFill>
                  <a:schemeClr val="dk2"/>
                </a:solidFill>
                <a:latin typeface="Verdana"/>
                <a:ea typeface="Verdana"/>
                <a:cs typeface="Verdana"/>
                <a:sym typeface="Verdana"/>
              </a:rPr>
              <a:t>www.bravo-sanofi.com</a:t>
            </a:r>
            <a:endParaRPr b="0" i="1" sz="7200">
              <a:solidFill>
                <a:schemeClr val="dk2"/>
              </a:solidFill>
              <a:latin typeface="Arial"/>
              <a:ea typeface="Arial"/>
              <a:cs typeface="Arial"/>
              <a:sym typeface="Arial"/>
            </a:endParaRPr>
          </a:p>
        </p:txBody>
      </p:sp>
      <p:pic>
        <p:nvPicPr>
          <p:cNvPr id="716" name="Google Shape;716;p62"/>
          <p:cNvPicPr preferRelativeResize="0"/>
          <p:nvPr/>
        </p:nvPicPr>
        <p:blipFill rotWithShape="1">
          <a:blip r:embed="rId3">
            <a:alphaModFix/>
          </a:blip>
          <a:srcRect b="9091" l="4545" r="4544" t="9091"/>
          <a:stretch/>
        </p:blipFill>
        <p:spPr>
          <a:xfrm flipH="1" rot="10800000">
            <a:off x="4504012" y="805120"/>
            <a:ext cx="139996" cy="125996"/>
          </a:xfrm>
          <a:prstGeom prst="rect">
            <a:avLst/>
          </a:prstGeom>
          <a:noFill/>
          <a:ln>
            <a:noFill/>
          </a:ln>
        </p:spPr>
      </p:pic>
      <p:pic>
        <p:nvPicPr>
          <p:cNvPr id="717" name="Google Shape;717;p62"/>
          <p:cNvPicPr preferRelativeResize="0"/>
          <p:nvPr/>
        </p:nvPicPr>
        <p:blipFill rotWithShape="1">
          <a:blip r:embed="rId3">
            <a:alphaModFix/>
          </a:blip>
          <a:srcRect b="9091" l="4545" r="4544" t="9091"/>
          <a:stretch/>
        </p:blipFill>
        <p:spPr>
          <a:xfrm flipH="1" rot="10800000">
            <a:off x="4504012" y="3679072"/>
            <a:ext cx="139996" cy="125996"/>
          </a:xfrm>
          <a:prstGeom prst="rect">
            <a:avLst/>
          </a:prstGeom>
          <a:noFill/>
          <a:ln>
            <a:noFill/>
          </a:ln>
        </p:spPr>
      </p:pic>
      <p:sp>
        <p:nvSpPr>
          <p:cNvPr id="718" name="Google Shape;718;p62"/>
          <p:cNvSpPr txBox="1"/>
          <p:nvPr>
            <p:ph idx="11" type="ftr"/>
          </p:nvPr>
        </p:nvSpPr>
        <p:spPr>
          <a:xfrm>
            <a:off x="1671799" y="5400000"/>
            <a:ext cx="4480560" cy="16663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t/>
            </a:r>
            <a:endParaRPr/>
          </a:p>
        </p:txBody>
      </p:sp>
      <p:sp>
        <p:nvSpPr>
          <p:cNvPr id="719" name="Google Shape;719;p62"/>
          <p:cNvSpPr txBox="1"/>
          <p:nvPr>
            <p:ph idx="10" type="dt"/>
          </p:nvPr>
        </p:nvSpPr>
        <p:spPr>
          <a:xfrm>
            <a:off x="6548724" y="5400000"/>
            <a:ext cx="1626918" cy="166629"/>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lang="en-US"/>
              <a:t>4/2/2024</a:t>
            </a:r>
            <a:endParaRPr/>
          </a:p>
        </p:txBody>
      </p:sp>
      <p:sp>
        <p:nvSpPr>
          <p:cNvPr id="720" name="Google Shape;720;p62"/>
          <p:cNvSpPr txBox="1"/>
          <p:nvPr>
            <p:ph idx="12" type="sldNum"/>
          </p:nvPr>
        </p:nvSpPr>
        <p:spPr>
          <a:xfrm>
            <a:off x="8336226" y="5400000"/>
            <a:ext cx="476250" cy="205743"/>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nofi">
  <a:themeElements>
    <a:clrScheme name="Sanofi (Optimized)">
      <a:dk1>
        <a:srgbClr val="000000"/>
      </a:dk1>
      <a:lt1>
        <a:srgbClr val="FFFFFF"/>
      </a:lt1>
      <a:dk2>
        <a:srgbClr val="F4F2F6"/>
      </a:dk2>
      <a:lt2>
        <a:srgbClr val="F5F5F5"/>
      </a:lt2>
      <a:accent1>
        <a:srgbClr val="23004C"/>
      </a:accent1>
      <a:accent2>
        <a:srgbClr val="7A00E6"/>
      </a:accent2>
      <a:accent3>
        <a:srgbClr val="268500"/>
      </a:accent3>
      <a:accent4>
        <a:srgbClr val="DA3A16"/>
      </a:accent4>
      <a:accent5>
        <a:srgbClr val="D515B9"/>
      </a:accent5>
      <a:accent6>
        <a:srgbClr val="007FAD"/>
      </a:accent6>
      <a:hlink>
        <a:srgbClr val="7A00E6"/>
      </a:hlink>
      <a:folHlink>
        <a:srgbClr val="2300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2023-06-01T14:26:00Z</dcterms:created>
  <dc:creator>Remi de Vogel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0x01010018AD00299B410B4197874E9E6C3EA044</vt:lpwstr>
  </property>
  <property fmtid="{D5CDD505-2E9C-101B-9397-08002B2CF9AE}" pid="3" name="MediaServiceImageTags">
    <vt:lpwstr/>
  </property>
  <property fmtid="{D5CDD505-2E9C-101B-9397-08002B2CF9AE}" pid="4" name="MSIP_Label_d9088468-0951-4aef-9cc3-0a346e475ddc_Enabled">
    <vt:lpwstr>true</vt:lpwstr>
  </property>
  <property fmtid="{D5CDD505-2E9C-101B-9397-08002B2CF9AE}" pid="5" name="MSIP_Label_d9088468-0951-4aef-9cc3-0a346e475ddc_SetDate">
    <vt:lpwstr>2023-11-24T15:47:15Z</vt:lpwstr>
  </property>
  <property fmtid="{D5CDD505-2E9C-101B-9397-08002B2CF9AE}" pid="6" name="MSIP_Label_d9088468-0951-4aef-9cc3-0a346e475ddc_Method">
    <vt:lpwstr>Privileged</vt:lpwstr>
  </property>
  <property fmtid="{D5CDD505-2E9C-101B-9397-08002B2CF9AE}" pid="7" name="MSIP_Label_d9088468-0951-4aef-9cc3-0a346e475ddc_Name">
    <vt:lpwstr>Public</vt:lpwstr>
  </property>
  <property fmtid="{D5CDD505-2E9C-101B-9397-08002B2CF9AE}" pid="8" name="MSIP_Label_d9088468-0951-4aef-9cc3-0a346e475ddc_SiteId">
    <vt:lpwstr>aca3c8d6-aa71-4e1a-a10e-03572fc58c0b</vt:lpwstr>
  </property>
  <property fmtid="{D5CDD505-2E9C-101B-9397-08002B2CF9AE}" pid="9" name="MSIP_Label_d9088468-0951-4aef-9cc3-0a346e475ddc_ActionId">
    <vt:lpwstr>15bc2576-0647-4912-9f2f-d5a854db0b89</vt:lpwstr>
  </property>
  <property fmtid="{D5CDD505-2E9C-101B-9397-08002B2CF9AE}" pid="10" name="MSIP_Label_d9088468-0951-4aef-9cc3-0a346e475ddc_ContentBits">
    <vt:lpwstr>0</vt:lpwstr>
  </property>
</Properties>
</file>