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5143500" cx="9144000"/>
  <p:notesSz cx="6858000" cy="9144000"/>
  <p:embeddedFontLst>
    <p:embeddedFont>
      <p:font typeface="Sen"/>
      <p:regular r:id="rId6"/>
      <p:bold r:id="rId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8" roundtripDataSignature="AMtx7mierFCipzILqGmzIn+sZv/r9FbX6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Sen-regular.fntdata"/><Relationship Id="rId7" Type="http://schemas.openxmlformats.org/officeDocument/2006/relationships/font" Target="fonts/Sen-bold.fntdata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92" name="Google Shape;69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Logo (Dark)" showMasterSp="0">
  <p:cSld name="Cover Logo (Dark)">
    <p:bg>
      <p:bgPr>
        <a:solidFill>
          <a:schemeClr val="accent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67"/>
          <p:cNvGrpSpPr/>
          <p:nvPr/>
        </p:nvGrpSpPr>
        <p:grpSpPr>
          <a:xfrm>
            <a:off x="3236585" y="2227944"/>
            <a:ext cx="2670834" cy="687600"/>
            <a:chOff x="4767702" y="-472136"/>
            <a:chExt cx="745525" cy="191931"/>
          </a:xfrm>
        </p:grpSpPr>
        <p:sp>
          <p:nvSpPr>
            <p:cNvPr id="18" name="Google Shape;18;p67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9" name="Google Shape;19;p67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20" name="Google Shape;20;p67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21" name="Google Shape;21;p67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7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7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(Light)" showMasterSp="0">
  <p:cSld name="Cover Title (Light)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&#10;&#10;Description automatically generated with low confidence" id="25" name="Google Shape;25;p6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93367" y="166254"/>
            <a:ext cx="1157201" cy="53371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68"/>
          <p:cNvSpPr/>
          <p:nvPr>
            <p:ph idx="2" type="dgm"/>
          </p:nvPr>
        </p:nvSpPr>
        <p:spPr>
          <a:xfrm>
            <a:off x="4514348" y="3749928"/>
            <a:ext cx="115305" cy="1144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27" name="Google Shape;27;p68"/>
          <p:cNvSpPr/>
          <p:nvPr>
            <p:ph idx="3" type="dgm"/>
          </p:nvPr>
        </p:nvSpPr>
        <p:spPr>
          <a:xfrm>
            <a:off x="4514348" y="1161011"/>
            <a:ext cx="115305" cy="1144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28" name="Google Shape;28;p68"/>
          <p:cNvSpPr txBox="1"/>
          <p:nvPr>
            <p:ph type="title"/>
          </p:nvPr>
        </p:nvSpPr>
        <p:spPr>
          <a:xfrm>
            <a:off x="1118600" y="1449062"/>
            <a:ext cx="6922834" cy="12436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Verdana"/>
              <a:buNone/>
              <a:defRPr sz="42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8"/>
          <p:cNvSpPr txBox="1"/>
          <p:nvPr>
            <p:ph idx="1" type="body"/>
          </p:nvPr>
        </p:nvSpPr>
        <p:spPr>
          <a:xfrm>
            <a:off x="1110583" y="2818617"/>
            <a:ext cx="6922834" cy="4034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4200"/>
              <a:buFont typeface="Arial"/>
              <a:buNone/>
              <a:defRPr b="0" i="1" sz="42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68"/>
          <p:cNvSpPr txBox="1"/>
          <p:nvPr>
            <p:ph idx="4" type="body"/>
          </p:nvPr>
        </p:nvSpPr>
        <p:spPr>
          <a:xfrm>
            <a:off x="1110583" y="3384936"/>
            <a:ext cx="6922834" cy="231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68"/>
          <p:cNvSpPr txBox="1"/>
          <p:nvPr>
            <p:ph idx="10" type="dt"/>
          </p:nvPr>
        </p:nvSpPr>
        <p:spPr>
          <a:xfrm>
            <a:off x="3758508" y="4832099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8"/>
          <p:cNvSpPr txBox="1"/>
          <p:nvPr>
            <p:ph idx="12" type="sldNum"/>
          </p:nvPr>
        </p:nvSpPr>
        <p:spPr>
          <a:xfrm>
            <a:off x="8336226" y="4800359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3" name="Google Shape;33;p68"/>
          <p:cNvCxnSpPr/>
          <p:nvPr/>
        </p:nvCxnSpPr>
        <p:spPr>
          <a:xfrm rot="10800000">
            <a:off x="4503448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4" name="Google Shape;34;p68"/>
          <p:cNvSpPr txBox="1"/>
          <p:nvPr/>
        </p:nvSpPr>
        <p:spPr>
          <a:xfrm>
            <a:off x="1378200" y="5618210"/>
            <a:ext cx="5802084" cy="769441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35" name="Google Shape;35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04135" y="5631571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8"/>
          <p:cNvSpPr txBox="1"/>
          <p:nvPr>
            <p:ph idx="11" type="ftr"/>
          </p:nvPr>
        </p:nvSpPr>
        <p:spPr>
          <a:xfrm>
            <a:off x="1671799" y="66446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Image (Small)">
  <p:cSld name="Title and Content with Image (Small)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5"/>
          <p:cNvSpPr txBox="1"/>
          <p:nvPr>
            <p:ph type="title"/>
          </p:nvPr>
        </p:nvSpPr>
        <p:spPr>
          <a:xfrm>
            <a:off x="331200" y="289130"/>
            <a:ext cx="573334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85"/>
          <p:cNvSpPr txBox="1"/>
          <p:nvPr>
            <p:ph idx="1" type="body"/>
          </p:nvPr>
        </p:nvSpPr>
        <p:spPr>
          <a:xfrm>
            <a:off x="333730" y="1071318"/>
            <a:ext cx="573301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85"/>
          <p:cNvSpPr txBox="1"/>
          <p:nvPr>
            <p:ph idx="2" type="body"/>
          </p:nvPr>
        </p:nvSpPr>
        <p:spPr>
          <a:xfrm>
            <a:off x="331525" y="1340692"/>
            <a:ext cx="5733015" cy="3209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85"/>
          <p:cNvSpPr/>
          <p:nvPr>
            <p:ph idx="3" type="pic"/>
          </p:nvPr>
        </p:nvSpPr>
        <p:spPr>
          <a:xfrm>
            <a:off x="6346800" y="0"/>
            <a:ext cx="279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85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85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85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45" name="Google Shape;45;p85"/>
          <p:cNvCxnSpPr/>
          <p:nvPr/>
        </p:nvCxnSpPr>
        <p:spPr>
          <a:xfrm rot="10800000">
            <a:off x="9179892" y="815209"/>
            <a:ext cx="604188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6" name="Google Shape;46;p85"/>
          <p:cNvSpPr txBox="1"/>
          <p:nvPr/>
        </p:nvSpPr>
        <p:spPr>
          <a:xfrm>
            <a:off x="9886077" y="699694"/>
            <a:ext cx="1786192" cy="330859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47" name="Google Shape;47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25349" y="3183019"/>
            <a:ext cx="371475" cy="752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8" name="Google Shape;48;p85"/>
          <p:cNvCxnSpPr/>
          <p:nvPr/>
        </p:nvCxnSpPr>
        <p:spPr>
          <a:xfrm>
            <a:off x="-525780" y="1455076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9" name="Google Shape;49;p85"/>
          <p:cNvSpPr txBox="1"/>
          <p:nvPr/>
        </p:nvSpPr>
        <p:spPr>
          <a:xfrm>
            <a:off x="-2406215" y="1340692"/>
            <a:ext cx="1786192" cy="2292935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Using bullets with the indent button: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Use the indent button to create the text levels with the appropriate bullet in miracle purple.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50" name="Google Shape;50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284295" y="2663190"/>
            <a:ext cx="640080" cy="7800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 slide" showMasterSp="0">
  <p:cSld name="End slide">
    <p:bg>
      <p:bgPr>
        <a:solidFill>
          <a:srgbClr val="23004C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6"/>
          <p:cNvSpPr txBox="1"/>
          <p:nvPr>
            <p:ph type="ctrTitle"/>
          </p:nvPr>
        </p:nvSpPr>
        <p:spPr>
          <a:xfrm>
            <a:off x="1143000" y="2238027"/>
            <a:ext cx="6858000" cy="667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Verdana"/>
              <a:buNone/>
              <a:defRPr sz="40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06"/>
          <p:cNvSpPr/>
          <p:nvPr>
            <p:ph idx="2" type="dgm"/>
          </p:nvPr>
        </p:nvSpPr>
        <p:spPr>
          <a:xfrm>
            <a:off x="4508583" y="3260202"/>
            <a:ext cx="126835" cy="12593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4" name="Google Shape;54;p106"/>
          <p:cNvSpPr/>
          <p:nvPr>
            <p:ph idx="3" type="dgm"/>
          </p:nvPr>
        </p:nvSpPr>
        <p:spPr>
          <a:xfrm>
            <a:off x="4508583" y="1771699"/>
            <a:ext cx="126835" cy="12593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grpSp>
        <p:nvGrpSpPr>
          <p:cNvPr id="55" name="Google Shape;55;p106"/>
          <p:cNvGrpSpPr/>
          <p:nvPr/>
        </p:nvGrpSpPr>
        <p:grpSpPr>
          <a:xfrm>
            <a:off x="4169614" y="4509979"/>
            <a:ext cx="804755" cy="207184"/>
            <a:chOff x="4767702" y="-472136"/>
            <a:chExt cx="745525" cy="191931"/>
          </a:xfrm>
        </p:grpSpPr>
        <p:sp>
          <p:nvSpPr>
            <p:cNvPr id="56" name="Google Shape;56;p106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57" name="Google Shape;57;p106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58" name="Google Shape;58;p106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59" name="Google Shape;59;p106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6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06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" showMasterSp="0">
  <p:cSld name="Empt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5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65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65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Logo (Light)" showMasterSp="0">
  <p:cSld name="Cover Logo (Light)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&#10;&#10;Description automatically generated with low confidence" id="67" name="Google Shape;67;p6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57756" y="1735004"/>
            <a:ext cx="3628487" cy="167349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66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66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6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(Dark)" showMasterSp="0">
  <p:cSld name="Cover Title (Dark)">
    <p:bg>
      <p:bgPr>
        <a:solidFill>
          <a:schemeClr val="accen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oogle Shape;72;p69"/>
          <p:cNvGrpSpPr/>
          <p:nvPr/>
        </p:nvGrpSpPr>
        <p:grpSpPr>
          <a:xfrm>
            <a:off x="4146495" y="333339"/>
            <a:ext cx="851011" cy="219091"/>
            <a:chOff x="4767702" y="-472136"/>
            <a:chExt cx="745525" cy="191931"/>
          </a:xfrm>
        </p:grpSpPr>
        <p:sp>
          <p:nvSpPr>
            <p:cNvPr id="73" name="Google Shape;73;p69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74" name="Google Shape;74;p69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75" name="Google Shape;75;p69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76" name="Google Shape;76;p69"/>
          <p:cNvSpPr/>
          <p:nvPr>
            <p:ph idx="2" type="dgm"/>
          </p:nvPr>
        </p:nvSpPr>
        <p:spPr>
          <a:xfrm>
            <a:off x="4514347" y="3749928"/>
            <a:ext cx="115305" cy="11448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77" name="Google Shape;77;p69"/>
          <p:cNvSpPr/>
          <p:nvPr>
            <p:ph idx="3" type="dgm"/>
          </p:nvPr>
        </p:nvSpPr>
        <p:spPr>
          <a:xfrm>
            <a:off x="4514347" y="1161011"/>
            <a:ext cx="115305" cy="11448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78" name="Google Shape;78;p69"/>
          <p:cNvSpPr txBox="1"/>
          <p:nvPr>
            <p:ph type="title"/>
          </p:nvPr>
        </p:nvSpPr>
        <p:spPr>
          <a:xfrm>
            <a:off x="1110583" y="1444509"/>
            <a:ext cx="6922834" cy="1254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Verdana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69"/>
          <p:cNvSpPr txBox="1"/>
          <p:nvPr>
            <p:ph idx="1" type="body"/>
          </p:nvPr>
        </p:nvSpPr>
        <p:spPr>
          <a:xfrm>
            <a:off x="1110583" y="2818617"/>
            <a:ext cx="6922834" cy="4034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1" sz="2000">
                <a:solidFill>
                  <a:schemeClr val="l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4200"/>
              <a:buFont typeface="Arial"/>
              <a:buNone/>
              <a:defRPr b="0" i="1" sz="4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69"/>
          <p:cNvSpPr txBox="1"/>
          <p:nvPr>
            <p:ph idx="4" type="body"/>
          </p:nvPr>
        </p:nvSpPr>
        <p:spPr>
          <a:xfrm>
            <a:off x="1110583" y="3384936"/>
            <a:ext cx="6922834" cy="231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69"/>
          <p:cNvSpPr txBox="1"/>
          <p:nvPr>
            <p:ph idx="10" type="dt"/>
          </p:nvPr>
        </p:nvSpPr>
        <p:spPr>
          <a:xfrm>
            <a:off x="3758509" y="4827336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69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3" name="Google Shape;83;p69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ith Image (Light)" showMasterSp="0">
  <p:cSld name="Cover Title with Image (Light)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70"/>
          <p:cNvGrpSpPr/>
          <p:nvPr/>
        </p:nvGrpSpPr>
        <p:grpSpPr>
          <a:xfrm>
            <a:off x="6518220" y="387182"/>
            <a:ext cx="851011" cy="219091"/>
            <a:chOff x="4767702" y="-472136"/>
            <a:chExt cx="745525" cy="191931"/>
          </a:xfrm>
        </p:grpSpPr>
        <p:sp>
          <p:nvSpPr>
            <p:cNvPr id="86" name="Google Shape;86;p70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87" name="Google Shape;87;p70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88" name="Google Shape;88;p70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89" name="Google Shape;89;p70"/>
          <p:cNvSpPr/>
          <p:nvPr>
            <p:ph idx="2" type="dgm"/>
          </p:nvPr>
        </p:nvSpPr>
        <p:spPr>
          <a:xfrm>
            <a:off x="6892559" y="1322814"/>
            <a:ext cx="102332" cy="101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90" name="Google Shape;90;p70"/>
          <p:cNvSpPr/>
          <p:nvPr>
            <p:ph idx="3" type="dgm"/>
          </p:nvPr>
        </p:nvSpPr>
        <p:spPr>
          <a:xfrm>
            <a:off x="6892559" y="3877313"/>
            <a:ext cx="102332" cy="101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91" name="Google Shape;91;p70"/>
          <p:cNvSpPr/>
          <p:nvPr>
            <p:ph idx="4" type="pic"/>
          </p:nvPr>
        </p:nvSpPr>
        <p:spPr>
          <a:xfrm>
            <a:off x="1" y="0"/>
            <a:ext cx="4781135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70"/>
          <p:cNvSpPr txBox="1"/>
          <p:nvPr>
            <p:ph type="title"/>
          </p:nvPr>
        </p:nvSpPr>
        <p:spPr>
          <a:xfrm>
            <a:off x="5087572" y="1446020"/>
            <a:ext cx="3712306" cy="124231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erdana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70"/>
          <p:cNvSpPr txBox="1"/>
          <p:nvPr>
            <p:ph idx="1" type="body"/>
          </p:nvPr>
        </p:nvSpPr>
        <p:spPr>
          <a:xfrm>
            <a:off x="5087572" y="2818617"/>
            <a:ext cx="3712306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Arial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p70"/>
          <p:cNvSpPr txBox="1"/>
          <p:nvPr>
            <p:ph idx="5" type="body"/>
          </p:nvPr>
        </p:nvSpPr>
        <p:spPr>
          <a:xfrm>
            <a:off x="5087572" y="3240373"/>
            <a:ext cx="3712306" cy="57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70"/>
          <p:cNvSpPr txBox="1"/>
          <p:nvPr>
            <p:ph idx="10" type="dt"/>
          </p:nvPr>
        </p:nvSpPr>
        <p:spPr>
          <a:xfrm>
            <a:off x="6135974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96" name="Google Shape;96;p70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7" name="Google Shape;97;p70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p7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14968"/>
            <a:ext cx="307086" cy="62204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9" name="Google Shape;99;p70"/>
          <p:cNvCxnSpPr/>
          <p:nvPr/>
        </p:nvCxnSpPr>
        <p:spPr>
          <a:xfrm rot="10800000">
            <a:off x="6963618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0" name="Google Shape;100;p70"/>
          <p:cNvSpPr txBox="1"/>
          <p:nvPr/>
        </p:nvSpPr>
        <p:spPr>
          <a:xfrm>
            <a:off x="2390568" y="5618210"/>
            <a:ext cx="5802084" cy="769441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101" name="Google Shape;101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6503" y="5631571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0"/>
          <p:cNvSpPr txBox="1"/>
          <p:nvPr>
            <p:ph idx="11" type="ftr"/>
          </p:nvPr>
        </p:nvSpPr>
        <p:spPr>
          <a:xfrm>
            <a:off x="1671799" y="6581613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70"/>
          <p:cNvSpPr txBox="1"/>
          <p:nvPr>
            <p:ph idx="12" type="sldNum"/>
          </p:nvPr>
        </p:nvSpPr>
        <p:spPr>
          <a:xfrm>
            <a:off x="8336226" y="65425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ith Image (Dark)" showMasterSp="0">
  <p:cSld name="Cover Title with Image (Dark)">
    <p:bg>
      <p:bgPr>
        <a:solidFill>
          <a:schemeClr val="accen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71"/>
          <p:cNvGrpSpPr/>
          <p:nvPr/>
        </p:nvGrpSpPr>
        <p:grpSpPr>
          <a:xfrm>
            <a:off x="6518220" y="387182"/>
            <a:ext cx="851011" cy="219091"/>
            <a:chOff x="4767702" y="-472136"/>
            <a:chExt cx="745525" cy="191931"/>
          </a:xfrm>
        </p:grpSpPr>
        <p:sp>
          <p:nvSpPr>
            <p:cNvPr id="106" name="Google Shape;106;p71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07" name="Google Shape;107;p71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08" name="Google Shape;108;p71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109" name="Google Shape;109;p71"/>
          <p:cNvSpPr/>
          <p:nvPr>
            <p:ph idx="2" type="dgm"/>
          </p:nvPr>
        </p:nvSpPr>
        <p:spPr>
          <a:xfrm>
            <a:off x="6892559" y="1322814"/>
            <a:ext cx="102332" cy="10160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10" name="Google Shape;110;p71"/>
          <p:cNvSpPr/>
          <p:nvPr>
            <p:ph idx="3" type="dgm"/>
          </p:nvPr>
        </p:nvSpPr>
        <p:spPr>
          <a:xfrm>
            <a:off x="6892559" y="3877313"/>
            <a:ext cx="102332" cy="10160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11" name="Google Shape;111;p71"/>
          <p:cNvSpPr/>
          <p:nvPr>
            <p:ph idx="4" type="pic"/>
          </p:nvPr>
        </p:nvSpPr>
        <p:spPr>
          <a:xfrm>
            <a:off x="1" y="0"/>
            <a:ext cx="4781135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12" name="Google Shape;112;p71"/>
          <p:cNvSpPr txBox="1"/>
          <p:nvPr>
            <p:ph type="title"/>
          </p:nvPr>
        </p:nvSpPr>
        <p:spPr>
          <a:xfrm>
            <a:off x="5087572" y="1442763"/>
            <a:ext cx="3712306" cy="126385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Verdana"/>
              <a:buNone/>
              <a:defRPr sz="3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71"/>
          <p:cNvSpPr txBox="1"/>
          <p:nvPr>
            <p:ph idx="1" type="body"/>
          </p:nvPr>
        </p:nvSpPr>
        <p:spPr>
          <a:xfrm>
            <a:off x="5087572" y="2818617"/>
            <a:ext cx="3712306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1" sz="2000">
                <a:solidFill>
                  <a:schemeClr val="l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Arial"/>
              <a:buNone/>
              <a:defRPr b="0" i="1" sz="20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71"/>
          <p:cNvSpPr txBox="1"/>
          <p:nvPr>
            <p:ph idx="5" type="body"/>
          </p:nvPr>
        </p:nvSpPr>
        <p:spPr>
          <a:xfrm>
            <a:off x="5087572" y="3240373"/>
            <a:ext cx="3712306" cy="57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71"/>
          <p:cNvSpPr txBox="1"/>
          <p:nvPr>
            <p:ph idx="10" type="dt"/>
          </p:nvPr>
        </p:nvSpPr>
        <p:spPr>
          <a:xfrm>
            <a:off x="6135974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16" name="Google Shape;116;p71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7" name="Google Shape;117;p71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14968"/>
            <a:ext cx="307086" cy="62204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71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71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ith Image (Light) - Right" showMasterSp="0">
  <p:cSld name="Cover Title with Image (Light) - Righ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72"/>
          <p:cNvGrpSpPr/>
          <p:nvPr/>
        </p:nvGrpSpPr>
        <p:grpSpPr>
          <a:xfrm>
            <a:off x="1770007" y="387182"/>
            <a:ext cx="851011" cy="219091"/>
            <a:chOff x="4767702" y="-472136"/>
            <a:chExt cx="745525" cy="191931"/>
          </a:xfrm>
        </p:grpSpPr>
        <p:sp>
          <p:nvSpPr>
            <p:cNvPr id="123" name="Google Shape;123;p72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24" name="Google Shape;124;p72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25" name="Google Shape;125;p72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126" name="Google Shape;126;p72"/>
          <p:cNvSpPr txBox="1"/>
          <p:nvPr>
            <p:ph type="title"/>
          </p:nvPr>
        </p:nvSpPr>
        <p:spPr>
          <a:xfrm>
            <a:off x="339360" y="1446020"/>
            <a:ext cx="3712306" cy="124231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erdana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72"/>
          <p:cNvSpPr txBox="1"/>
          <p:nvPr>
            <p:ph idx="1" type="body"/>
          </p:nvPr>
        </p:nvSpPr>
        <p:spPr>
          <a:xfrm>
            <a:off x="339360" y="2818617"/>
            <a:ext cx="3712306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Arial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72"/>
          <p:cNvSpPr txBox="1"/>
          <p:nvPr>
            <p:ph idx="2" type="body"/>
          </p:nvPr>
        </p:nvSpPr>
        <p:spPr>
          <a:xfrm>
            <a:off x="339360" y="3240373"/>
            <a:ext cx="3712306" cy="57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9" name="Google Shape;129;p72"/>
          <p:cNvSpPr/>
          <p:nvPr>
            <p:ph idx="3" type="pic"/>
          </p:nvPr>
        </p:nvSpPr>
        <p:spPr>
          <a:xfrm>
            <a:off x="4362864" y="0"/>
            <a:ext cx="4781136" cy="51435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30" name="Google Shape;130;p72"/>
          <p:cNvCxnSpPr/>
          <p:nvPr/>
        </p:nvCxnSpPr>
        <p:spPr>
          <a:xfrm rot="10800000">
            <a:off x="9270962" y="160020"/>
            <a:ext cx="476243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1" name="Google Shape;131;p72"/>
          <p:cNvSpPr txBox="1"/>
          <p:nvPr/>
        </p:nvSpPr>
        <p:spPr>
          <a:xfrm>
            <a:off x="9992750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60204" y="2514968"/>
            <a:ext cx="307086" cy="62204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72"/>
          <p:cNvCxnSpPr/>
          <p:nvPr/>
        </p:nvCxnSpPr>
        <p:spPr>
          <a:xfrm rot="10800000">
            <a:off x="2243440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4" name="Google Shape;134;p72"/>
          <p:cNvSpPr txBox="1"/>
          <p:nvPr/>
        </p:nvSpPr>
        <p:spPr>
          <a:xfrm>
            <a:off x="2390568" y="5618210"/>
            <a:ext cx="5802084" cy="769441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135" name="Google Shape;135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6503" y="5631571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72"/>
          <p:cNvSpPr/>
          <p:nvPr>
            <p:ph idx="4" type="dgm"/>
          </p:nvPr>
        </p:nvSpPr>
        <p:spPr>
          <a:xfrm>
            <a:off x="2144347" y="1322814"/>
            <a:ext cx="102332" cy="101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37" name="Google Shape;137;p72"/>
          <p:cNvSpPr/>
          <p:nvPr>
            <p:ph idx="5" type="dgm"/>
          </p:nvPr>
        </p:nvSpPr>
        <p:spPr>
          <a:xfrm>
            <a:off x="2144347" y="3877313"/>
            <a:ext cx="102332" cy="101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38" name="Google Shape;138;p72"/>
          <p:cNvSpPr txBox="1"/>
          <p:nvPr>
            <p:ph idx="10" type="dt"/>
          </p:nvPr>
        </p:nvSpPr>
        <p:spPr>
          <a:xfrm>
            <a:off x="1382021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72"/>
          <p:cNvSpPr txBox="1"/>
          <p:nvPr>
            <p:ph idx="11" type="ftr"/>
          </p:nvPr>
        </p:nvSpPr>
        <p:spPr>
          <a:xfrm>
            <a:off x="1671799" y="65425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72"/>
          <p:cNvSpPr txBox="1"/>
          <p:nvPr>
            <p:ph idx="12" type="sldNum"/>
          </p:nvPr>
        </p:nvSpPr>
        <p:spPr>
          <a:xfrm>
            <a:off x="8336226" y="65425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ith Image (Dark) - Right" showMasterSp="0">
  <p:cSld name="Cover Title with Image (Dark) - Right">
    <p:bg>
      <p:bgPr>
        <a:solidFill>
          <a:schemeClr val="accent1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73"/>
          <p:cNvGrpSpPr/>
          <p:nvPr/>
        </p:nvGrpSpPr>
        <p:grpSpPr>
          <a:xfrm>
            <a:off x="1770007" y="387182"/>
            <a:ext cx="851011" cy="219091"/>
            <a:chOff x="4767702" y="-472136"/>
            <a:chExt cx="745525" cy="191931"/>
          </a:xfrm>
        </p:grpSpPr>
        <p:sp>
          <p:nvSpPr>
            <p:cNvPr id="143" name="Google Shape;143;p73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44" name="Google Shape;144;p73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45" name="Google Shape;145;p73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146" name="Google Shape;146;p73"/>
          <p:cNvSpPr/>
          <p:nvPr>
            <p:ph idx="2" type="pic"/>
          </p:nvPr>
        </p:nvSpPr>
        <p:spPr>
          <a:xfrm>
            <a:off x="4362864" y="0"/>
            <a:ext cx="4781136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73"/>
          <p:cNvSpPr/>
          <p:nvPr>
            <p:ph idx="3" type="dgm"/>
          </p:nvPr>
        </p:nvSpPr>
        <p:spPr>
          <a:xfrm>
            <a:off x="2144347" y="1322814"/>
            <a:ext cx="102332" cy="10160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48" name="Google Shape;148;p73"/>
          <p:cNvSpPr/>
          <p:nvPr>
            <p:ph idx="4" type="dgm"/>
          </p:nvPr>
        </p:nvSpPr>
        <p:spPr>
          <a:xfrm>
            <a:off x="2144347" y="3877313"/>
            <a:ext cx="102332" cy="10160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49" name="Google Shape;149;p73"/>
          <p:cNvSpPr txBox="1"/>
          <p:nvPr>
            <p:ph idx="1" type="body"/>
          </p:nvPr>
        </p:nvSpPr>
        <p:spPr>
          <a:xfrm>
            <a:off x="339360" y="2818617"/>
            <a:ext cx="3712306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0" i="1" sz="20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Arial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73"/>
          <p:cNvSpPr txBox="1"/>
          <p:nvPr>
            <p:ph idx="5" type="body"/>
          </p:nvPr>
        </p:nvSpPr>
        <p:spPr>
          <a:xfrm>
            <a:off x="339360" y="3240373"/>
            <a:ext cx="3712306" cy="57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73"/>
          <p:cNvSpPr txBox="1"/>
          <p:nvPr>
            <p:ph idx="10" type="dt"/>
          </p:nvPr>
        </p:nvSpPr>
        <p:spPr>
          <a:xfrm>
            <a:off x="1382021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52" name="Google Shape;152;p73"/>
          <p:cNvCxnSpPr/>
          <p:nvPr/>
        </p:nvCxnSpPr>
        <p:spPr>
          <a:xfrm rot="10800000">
            <a:off x="9270962" y="160020"/>
            <a:ext cx="476243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3" name="Google Shape;153;p73"/>
          <p:cNvSpPr txBox="1"/>
          <p:nvPr/>
        </p:nvSpPr>
        <p:spPr>
          <a:xfrm>
            <a:off x="9992750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60204" y="2514968"/>
            <a:ext cx="307086" cy="62204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5" name="Google Shape;155;p73"/>
          <p:cNvCxnSpPr/>
          <p:nvPr/>
        </p:nvCxnSpPr>
        <p:spPr>
          <a:xfrm rot="10800000">
            <a:off x="2243440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6" name="Google Shape;156;p73"/>
          <p:cNvSpPr txBox="1"/>
          <p:nvPr/>
        </p:nvSpPr>
        <p:spPr>
          <a:xfrm>
            <a:off x="2390568" y="5618210"/>
            <a:ext cx="5802084" cy="769441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157" name="Google Shape;157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6503" y="5631571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73"/>
          <p:cNvSpPr txBox="1"/>
          <p:nvPr>
            <p:ph idx="11" type="ftr"/>
          </p:nvPr>
        </p:nvSpPr>
        <p:spPr>
          <a:xfrm>
            <a:off x="1671799" y="65425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73"/>
          <p:cNvSpPr txBox="1"/>
          <p:nvPr>
            <p:ph idx="12" type="sldNum"/>
          </p:nvPr>
        </p:nvSpPr>
        <p:spPr>
          <a:xfrm>
            <a:off x="8336226" y="65425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0" name="Google Shape;160;p73"/>
          <p:cNvSpPr txBox="1"/>
          <p:nvPr>
            <p:ph type="title"/>
          </p:nvPr>
        </p:nvSpPr>
        <p:spPr>
          <a:xfrm>
            <a:off x="331200" y="1483365"/>
            <a:ext cx="3712306" cy="118040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Verdana"/>
              <a:buNone/>
              <a:defRPr sz="3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with Visual">
  <p:cSld name="Table of Contents with Visual">
    <p:bg>
      <p:bgPr>
        <a:solidFill>
          <a:schemeClr val="lt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4"/>
          <p:cNvSpPr txBox="1"/>
          <p:nvPr>
            <p:ph type="title"/>
          </p:nvPr>
        </p:nvSpPr>
        <p:spPr>
          <a:xfrm>
            <a:off x="331200" y="289130"/>
            <a:ext cx="3548792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74"/>
          <p:cNvSpPr txBox="1"/>
          <p:nvPr>
            <p:ph idx="1" type="body"/>
          </p:nvPr>
        </p:nvSpPr>
        <p:spPr>
          <a:xfrm>
            <a:off x="331523" y="1470113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74"/>
          <p:cNvSpPr txBox="1"/>
          <p:nvPr>
            <p:ph idx="2" type="body"/>
          </p:nvPr>
        </p:nvSpPr>
        <p:spPr>
          <a:xfrm>
            <a:off x="892771" y="1468492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5" name="Google Shape;165;p74"/>
          <p:cNvSpPr txBox="1"/>
          <p:nvPr>
            <p:ph idx="3" type="body"/>
          </p:nvPr>
        </p:nvSpPr>
        <p:spPr>
          <a:xfrm>
            <a:off x="893659" y="1733550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6" name="Google Shape;166;p74"/>
          <p:cNvSpPr txBox="1"/>
          <p:nvPr>
            <p:ph idx="4" type="body"/>
          </p:nvPr>
        </p:nvSpPr>
        <p:spPr>
          <a:xfrm>
            <a:off x="331523" y="2064574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74"/>
          <p:cNvSpPr txBox="1"/>
          <p:nvPr>
            <p:ph idx="5" type="body"/>
          </p:nvPr>
        </p:nvSpPr>
        <p:spPr>
          <a:xfrm>
            <a:off x="892771" y="2062953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74"/>
          <p:cNvSpPr txBox="1"/>
          <p:nvPr>
            <p:ph idx="6" type="body"/>
          </p:nvPr>
        </p:nvSpPr>
        <p:spPr>
          <a:xfrm>
            <a:off x="893659" y="2328011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74"/>
          <p:cNvSpPr txBox="1"/>
          <p:nvPr>
            <p:ph idx="7" type="body"/>
          </p:nvPr>
        </p:nvSpPr>
        <p:spPr>
          <a:xfrm>
            <a:off x="331523" y="2659035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74"/>
          <p:cNvSpPr txBox="1"/>
          <p:nvPr>
            <p:ph idx="8" type="body"/>
          </p:nvPr>
        </p:nvSpPr>
        <p:spPr>
          <a:xfrm>
            <a:off x="892771" y="2657414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74"/>
          <p:cNvSpPr txBox="1"/>
          <p:nvPr>
            <p:ph idx="9" type="body"/>
          </p:nvPr>
        </p:nvSpPr>
        <p:spPr>
          <a:xfrm>
            <a:off x="893659" y="2922472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2" name="Google Shape;172;p74"/>
          <p:cNvSpPr txBox="1"/>
          <p:nvPr>
            <p:ph idx="13" type="body"/>
          </p:nvPr>
        </p:nvSpPr>
        <p:spPr>
          <a:xfrm>
            <a:off x="331523" y="3254827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3" name="Google Shape;173;p74"/>
          <p:cNvSpPr txBox="1"/>
          <p:nvPr>
            <p:ph idx="14" type="body"/>
          </p:nvPr>
        </p:nvSpPr>
        <p:spPr>
          <a:xfrm>
            <a:off x="892771" y="3253206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74"/>
          <p:cNvSpPr txBox="1"/>
          <p:nvPr>
            <p:ph idx="15" type="body"/>
          </p:nvPr>
        </p:nvSpPr>
        <p:spPr>
          <a:xfrm>
            <a:off x="893659" y="3518264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74"/>
          <p:cNvSpPr txBox="1"/>
          <p:nvPr>
            <p:ph idx="16" type="body"/>
          </p:nvPr>
        </p:nvSpPr>
        <p:spPr>
          <a:xfrm>
            <a:off x="331523" y="3848578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6" name="Google Shape;176;p74"/>
          <p:cNvSpPr txBox="1"/>
          <p:nvPr>
            <p:ph idx="17" type="body"/>
          </p:nvPr>
        </p:nvSpPr>
        <p:spPr>
          <a:xfrm>
            <a:off x="892771" y="3846957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74"/>
          <p:cNvSpPr txBox="1"/>
          <p:nvPr>
            <p:ph idx="18" type="body"/>
          </p:nvPr>
        </p:nvSpPr>
        <p:spPr>
          <a:xfrm>
            <a:off x="893659" y="4112015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8" name="Google Shape;178;p74"/>
          <p:cNvSpPr/>
          <p:nvPr>
            <p:ph idx="19" type="pic"/>
          </p:nvPr>
        </p:nvSpPr>
        <p:spPr>
          <a:xfrm>
            <a:off x="4052777" y="532799"/>
            <a:ext cx="4756746" cy="4132943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74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74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74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82" name="Google Shape;182;p74"/>
          <p:cNvCxnSpPr/>
          <p:nvPr/>
        </p:nvCxnSpPr>
        <p:spPr>
          <a:xfrm rot="10800000">
            <a:off x="9179892" y="815209"/>
            <a:ext cx="604188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83" name="Google Shape;183;p74"/>
          <p:cNvSpPr txBox="1"/>
          <p:nvPr/>
        </p:nvSpPr>
        <p:spPr>
          <a:xfrm>
            <a:off x="9842871" y="679025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4" name="Google Shape;184;p74"/>
          <p:cNvCxnSpPr/>
          <p:nvPr/>
        </p:nvCxnSpPr>
        <p:spPr>
          <a:xfrm rot="10800000">
            <a:off x="3912767" y="5181600"/>
            <a:ext cx="0" cy="30718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85" name="Google Shape;185;p74"/>
          <p:cNvSpPr txBox="1"/>
          <p:nvPr/>
        </p:nvSpPr>
        <p:spPr>
          <a:xfrm>
            <a:off x="-32541" y="5633568"/>
            <a:ext cx="5842075" cy="1107996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insert all footers: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“Insert” from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Then 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the footer text in field below “Footer”, as shown in the screenshot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“Apply to all”.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The footer on all slides will be updated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" name="Google Shape;186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6179" y="5633568"/>
            <a:ext cx="563149" cy="8788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74"/>
          <p:cNvPicPr preferRelativeResize="0"/>
          <p:nvPr/>
        </p:nvPicPr>
        <p:blipFill rotWithShape="1">
          <a:blip r:embed="rId3">
            <a:alphaModFix/>
          </a:blip>
          <a:srcRect b="25030" l="4378" r="23224" t="63775"/>
          <a:stretch/>
        </p:blipFill>
        <p:spPr>
          <a:xfrm>
            <a:off x="5956179" y="6596487"/>
            <a:ext cx="4912937" cy="5293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10325" y="3140983"/>
            <a:ext cx="307086" cy="622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Large">
  <p:cSld name="Table of Contents Large">
    <p:bg>
      <p:bgPr>
        <a:solidFill>
          <a:schemeClr val="lt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5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75"/>
          <p:cNvSpPr txBox="1"/>
          <p:nvPr>
            <p:ph idx="1" type="body"/>
          </p:nvPr>
        </p:nvSpPr>
        <p:spPr>
          <a:xfrm>
            <a:off x="857303" y="1470113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2" name="Google Shape;192;p75"/>
          <p:cNvSpPr txBox="1"/>
          <p:nvPr>
            <p:ph idx="2" type="body"/>
          </p:nvPr>
        </p:nvSpPr>
        <p:spPr>
          <a:xfrm>
            <a:off x="1418551" y="1468492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3" name="Google Shape;193;p75"/>
          <p:cNvSpPr txBox="1"/>
          <p:nvPr>
            <p:ph idx="3" type="body"/>
          </p:nvPr>
        </p:nvSpPr>
        <p:spPr>
          <a:xfrm>
            <a:off x="1419439" y="1733550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4" name="Google Shape;194;p75"/>
          <p:cNvSpPr txBox="1"/>
          <p:nvPr>
            <p:ph idx="4" type="body"/>
          </p:nvPr>
        </p:nvSpPr>
        <p:spPr>
          <a:xfrm>
            <a:off x="857303" y="2064661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75"/>
          <p:cNvSpPr txBox="1"/>
          <p:nvPr>
            <p:ph idx="5" type="body"/>
          </p:nvPr>
        </p:nvSpPr>
        <p:spPr>
          <a:xfrm>
            <a:off x="1418551" y="2063040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75"/>
          <p:cNvSpPr txBox="1"/>
          <p:nvPr>
            <p:ph idx="6" type="body"/>
          </p:nvPr>
        </p:nvSpPr>
        <p:spPr>
          <a:xfrm>
            <a:off x="1419439" y="2328098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75"/>
          <p:cNvSpPr txBox="1"/>
          <p:nvPr>
            <p:ph idx="7" type="body"/>
          </p:nvPr>
        </p:nvSpPr>
        <p:spPr>
          <a:xfrm>
            <a:off x="857303" y="2659209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75"/>
          <p:cNvSpPr txBox="1"/>
          <p:nvPr>
            <p:ph idx="8" type="body"/>
          </p:nvPr>
        </p:nvSpPr>
        <p:spPr>
          <a:xfrm>
            <a:off x="1418551" y="2657588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75"/>
          <p:cNvSpPr txBox="1"/>
          <p:nvPr>
            <p:ph idx="9" type="body"/>
          </p:nvPr>
        </p:nvSpPr>
        <p:spPr>
          <a:xfrm>
            <a:off x="1419439" y="2922646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0" name="Google Shape;200;p75"/>
          <p:cNvSpPr txBox="1"/>
          <p:nvPr>
            <p:ph idx="13" type="body"/>
          </p:nvPr>
        </p:nvSpPr>
        <p:spPr>
          <a:xfrm>
            <a:off x="857303" y="3253757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1" name="Google Shape;201;p75"/>
          <p:cNvSpPr txBox="1"/>
          <p:nvPr>
            <p:ph idx="14" type="body"/>
          </p:nvPr>
        </p:nvSpPr>
        <p:spPr>
          <a:xfrm>
            <a:off x="1418551" y="3252136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2" name="Google Shape;202;p75"/>
          <p:cNvSpPr txBox="1"/>
          <p:nvPr>
            <p:ph idx="15" type="body"/>
          </p:nvPr>
        </p:nvSpPr>
        <p:spPr>
          <a:xfrm>
            <a:off x="1419439" y="3517194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3" name="Google Shape;203;p75"/>
          <p:cNvSpPr txBox="1"/>
          <p:nvPr>
            <p:ph idx="16" type="body"/>
          </p:nvPr>
        </p:nvSpPr>
        <p:spPr>
          <a:xfrm>
            <a:off x="857303" y="3848304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75"/>
          <p:cNvSpPr txBox="1"/>
          <p:nvPr>
            <p:ph idx="17" type="body"/>
          </p:nvPr>
        </p:nvSpPr>
        <p:spPr>
          <a:xfrm>
            <a:off x="1418551" y="3846683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75"/>
          <p:cNvSpPr txBox="1"/>
          <p:nvPr>
            <p:ph idx="18" type="body"/>
          </p:nvPr>
        </p:nvSpPr>
        <p:spPr>
          <a:xfrm>
            <a:off x="1419439" y="4111741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75"/>
          <p:cNvSpPr txBox="1"/>
          <p:nvPr>
            <p:ph idx="19" type="body"/>
          </p:nvPr>
        </p:nvSpPr>
        <p:spPr>
          <a:xfrm>
            <a:off x="4970112" y="1470113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7" name="Google Shape;207;p75"/>
          <p:cNvSpPr txBox="1"/>
          <p:nvPr>
            <p:ph idx="20" type="body"/>
          </p:nvPr>
        </p:nvSpPr>
        <p:spPr>
          <a:xfrm>
            <a:off x="5531360" y="1468492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8" name="Google Shape;208;p75"/>
          <p:cNvSpPr txBox="1"/>
          <p:nvPr>
            <p:ph idx="21" type="body"/>
          </p:nvPr>
        </p:nvSpPr>
        <p:spPr>
          <a:xfrm>
            <a:off x="5532248" y="1733550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9" name="Google Shape;209;p75"/>
          <p:cNvSpPr txBox="1"/>
          <p:nvPr>
            <p:ph idx="22" type="body"/>
          </p:nvPr>
        </p:nvSpPr>
        <p:spPr>
          <a:xfrm>
            <a:off x="4970112" y="2064661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0" name="Google Shape;210;p75"/>
          <p:cNvSpPr txBox="1"/>
          <p:nvPr>
            <p:ph idx="23" type="body"/>
          </p:nvPr>
        </p:nvSpPr>
        <p:spPr>
          <a:xfrm>
            <a:off x="5531360" y="2063040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1" name="Google Shape;211;p75"/>
          <p:cNvSpPr txBox="1"/>
          <p:nvPr>
            <p:ph idx="24" type="body"/>
          </p:nvPr>
        </p:nvSpPr>
        <p:spPr>
          <a:xfrm>
            <a:off x="5532248" y="2328098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2" name="Google Shape;212;p75"/>
          <p:cNvSpPr txBox="1"/>
          <p:nvPr>
            <p:ph idx="25" type="body"/>
          </p:nvPr>
        </p:nvSpPr>
        <p:spPr>
          <a:xfrm>
            <a:off x="4970112" y="2659209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3" name="Google Shape;213;p75"/>
          <p:cNvSpPr txBox="1"/>
          <p:nvPr>
            <p:ph idx="26" type="body"/>
          </p:nvPr>
        </p:nvSpPr>
        <p:spPr>
          <a:xfrm>
            <a:off x="5531360" y="2657588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4" name="Google Shape;214;p75"/>
          <p:cNvSpPr txBox="1"/>
          <p:nvPr>
            <p:ph idx="27" type="body"/>
          </p:nvPr>
        </p:nvSpPr>
        <p:spPr>
          <a:xfrm>
            <a:off x="5532248" y="2922646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75"/>
          <p:cNvSpPr txBox="1"/>
          <p:nvPr>
            <p:ph idx="28" type="body"/>
          </p:nvPr>
        </p:nvSpPr>
        <p:spPr>
          <a:xfrm>
            <a:off x="4970112" y="3253757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75"/>
          <p:cNvSpPr txBox="1"/>
          <p:nvPr>
            <p:ph idx="29" type="body"/>
          </p:nvPr>
        </p:nvSpPr>
        <p:spPr>
          <a:xfrm>
            <a:off x="5531360" y="3252136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7" name="Google Shape;217;p75"/>
          <p:cNvSpPr txBox="1"/>
          <p:nvPr>
            <p:ph idx="30" type="body"/>
          </p:nvPr>
        </p:nvSpPr>
        <p:spPr>
          <a:xfrm>
            <a:off x="5532248" y="3517194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8" name="Google Shape;218;p75"/>
          <p:cNvSpPr txBox="1"/>
          <p:nvPr>
            <p:ph idx="31" type="body"/>
          </p:nvPr>
        </p:nvSpPr>
        <p:spPr>
          <a:xfrm>
            <a:off x="4970112" y="3848304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9" name="Google Shape;219;p75"/>
          <p:cNvSpPr txBox="1"/>
          <p:nvPr>
            <p:ph idx="32" type="body"/>
          </p:nvPr>
        </p:nvSpPr>
        <p:spPr>
          <a:xfrm>
            <a:off x="5531360" y="3846683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0" name="Google Shape;220;p75"/>
          <p:cNvSpPr txBox="1"/>
          <p:nvPr>
            <p:ph idx="33" type="body"/>
          </p:nvPr>
        </p:nvSpPr>
        <p:spPr>
          <a:xfrm>
            <a:off x="5532248" y="4111741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1" name="Google Shape;221;p75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75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75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Light)" showMasterSp="0">
  <p:cSld name="Chapter (Light)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6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  <a:defRPr b="1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6" name="Google Shape;22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24222" y="3119437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76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8" name="Google Shape;228;p76"/>
          <p:cNvSpPr txBox="1"/>
          <p:nvPr>
            <p:ph idx="2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9" name="Google Shape;229;p76"/>
          <p:cNvSpPr txBox="1"/>
          <p:nvPr>
            <p:ph idx="3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0" name="Google Shape;230;p76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1" name="Google Shape;231;p76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76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Light) Option 2" showMasterSp="0">
  <p:cSld name="Chapter (Light) Option 2">
    <p:bg>
      <p:bgPr>
        <a:solidFill>
          <a:schemeClr val="lt1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77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5" name="Google Shape;235;p77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  <a:defRPr b="1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p77"/>
          <p:cNvSpPr txBox="1"/>
          <p:nvPr>
            <p:ph idx="2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77"/>
          <p:cNvSpPr txBox="1"/>
          <p:nvPr>
            <p:ph idx="3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38" name="Google Shape;238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62009" y="723299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77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77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77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Light) Option 3" showMasterSp="0">
  <p:cSld name="Chapter (Light) Option 3">
    <p:bg>
      <p:bgPr>
        <a:solidFill>
          <a:schemeClr val="lt1"/>
        </a:solid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78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4" name="Google Shape;244;p78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  <a:defRPr b="1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5" name="Google Shape;245;p78"/>
          <p:cNvSpPr txBox="1"/>
          <p:nvPr>
            <p:ph idx="2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6" name="Google Shape;246;p78"/>
          <p:cNvSpPr txBox="1"/>
          <p:nvPr>
            <p:ph idx="3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47" name="Google Shape;247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12455" y="3768442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78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9" name="Google Shape;249;p78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78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Dark)" showMasterSp="0">
  <p:cSld name="Chapter (Dark)">
    <p:bg>
      <p:bgPr>
        <a:solidFill>
          <a:srgbClr val="1E034A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79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3" name="Google Shape;253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24222" y="3119437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79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b="1" sz="24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5" name="Google Shape;255;p79"/>
          <p:cNvSpPr txBox="1"/>
          <p:nvPr>
            <p:ph idx="2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6" name="Google Shape;256;p79"/>
          <p:cNvSpPr txBox="1"/>
          <p:nvPr>
            <p:ph idx="3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1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p79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8" name="Google Shape;258;p79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79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Dark) Option 2" showMasterSp="0">
  <p:cSld name="Chapter (Dark) Option 2">
    <p:bg>
      <p:bgPr>
        <a:solidFill>
          <a:srgbClr val="1E034A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80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b="1" sz="24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2" name="Google Shape;262;p80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80"/>
          <p:cNvSpPr txBox="1"/>
          <p:nvPr>
            <p:ph idx="2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1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4" name="Google Shape;264;p80"/>
          <p:cNvSpPr txBox="1"/>
          <p:nvPr>
            <p:ph idx="3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65" name="Google Shape;265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62009" y="723299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80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7" name="Google Shape;267;p80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80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Dark) Option 3" showMasterSp="0">
  <p:cSld name="Chapter (Dark) Option 3">
    <p:bg>
      <p:bgPr>
        <a:solidFill>
          <a:srgbClr val="1E034A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81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b="1" sz="24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p81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81"/>
          <p:cNvSpPr txBox="1"/>
          <p:nvPr>
            <p:ph idx="2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1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3" name="Google Shape;273;p81"/>
          <p:cNvSpPr txBox="1"/>
          <p:nvPr>
            <p:ph idx="3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74" name="Google Shape;274;p8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12455" y="3768442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81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6" name="Google Shape;276;p81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7" name="Google Shape;277;p81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over Image" showMasterSp="0">
  <p:cSld name="Text over Image">
    <p:bg>
      <p:bgPr>
        <a:solidFill>
          <a:schemeClr val="accent1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82"/>
          <p:cNvSpPr txBox="1"/>
          <p:nvPr>
            <p:ph type="title"/>
          </p:nvPr>
        </p:nvSpPr>
        <p:spPr>
          <a:xfrm>
            <a:off x="5083918" y="1360133"/>
            <a:ext cx="3712306" cy="72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200"/>
              <a:buFont typeface="Verdana"/>
              <a:buNone/>
              <a:defRPr sz="22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0" name="Google Shape;280;p82"/>
          <p:cNvSpPr/>
          <p:nvPr>
            <p:ph idx="2" type="pic"/>
          </p:nvPr>
        </p:nvSpPr>
        <p:spPr>
          <a:xfrm>
            <a:off x="1" y="0"/>
            <a:ext cx="4781135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81" name="Google Shape;281;p82"/>
          <p:cNvSpPr txBox="1"/>
          <p:nvPr>
            <p:ph idx="1" type="body"/>
          </p:nvPr>
        </p:nvSpPr>
        <p:spPr>
          <a:xfrm>
            <a:off x="5083918" y="2186523"/>
            <a:ext cx="3712306" cy="1049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b="0" i="1" sz="3600">
                <a:solidFill>
                  <a:schemeClr val="l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Font typeface="Arial"/>
              <a:buNone/>
              <a:defRPr b="0" i="1" sz="36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2" name="Google Shape;282;p82"/>
          <p:cNvSpPr txBox="1"/>
          <p:nvPr>
            <p:ph idx="3" type="body"/>
          </p:nvPr>
        </p:nvSpPr>
        <p:spPr>
          <a:xfrm>
            <a:off x="5083918" y="3296919"/>
            <a:ext cx="3712306" cy="532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83" name="Google Shape;283;p82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284" name="Google Shape;284;p82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285" name="Google Shape;285;p82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rgbClr val="7A00E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286" name="Google Shape;286;p82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rgbClr val="7A00E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287" name="Google Shape;287;p82"/>
          <p:cNvSpPr txBox="1"/>
          <p:nvPr>
            <p:ph idx="10" type="dt"/>
          </p:nvPr>
        </p:nvSpPr>
        <p:spPr>
          <a:xfrm>
            <a:off x="6124176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88" name="Google Shape;288;p82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89" name="Google Shape;289;p82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0" name="Google Shape;290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07594"/>
            <a:ext cx="307086" cy="62204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82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2" name="Google Shape;292;p82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5.Emphasis2">
  <p:cSld name="05.Emphasis2"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83"/>
          <p:cNvSpPr txBox="1"/>
          <p:nvPr>
            <p:ph type="title"/>
          </p:nvPr>
        </p:nvSpPr>
        <p:spPr>
          <a:xfrm>
            <a:off x="725844" y="1337174"/>
            <a:ext cx="3712306" cy="72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83"/>
          <p:cNvSpPr txBox="1"/>
          <p:nvPr>
            <p:ph idx="1" type="body"/>
          </p:nvPr>
        </p:nvSpPr>
        <p:spPr>
          <a:xfrm>
            <a:off x="725844" y="2148567"/>
            <a:ext cx="3712306" cy="1049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0" i="1" sz="3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Font typeface="Arial"/>
              <a:buNone/>
              <a:defRPr b="0" i="1" sz="36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83"/>
          <p:cNvSpPr txBox="1"/>
          <p:nvPr>
            <p:ph idx="2" type="body"/>
          </p:nvPr>
        </p:nvSpPr>
        <p:spPr>
          <a:xfrm>
            <a:off x="725844" y="3296919"/>
            <a:ext cx="3712306" cy="532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7" name="Google Shape;297;p83"/>
          <p:cNvSpPr/>
          <p:nvPr>
            <p:ph idx="3" type="pic"/>
          </p:nvPr>
        </p:nvSpPr>
        <p:spPr>
          <a:xfrm>
            <a:off x="4362864" y="0"/>
            <a:ext cx="4781136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98" name="Google Shape;298;p83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9" name="Google Shape;299;p83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0" name="Google Shape;300;p83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next to Image" showMasterSp="0">
  <p:cSld name="Text next to Image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4"/>
          <p:cNvSpPr/>
          <p:nvPr>
            <p:ph idx="2" type="pic"/>
          </p:nvPr>
        </p:nvSpPr>
        <p:spPr>
          <a:xfrm>
            <a:off x="0" y="0"/>
            <a:ext cx="4572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03" name="Google Shape;303;p84"/>
          <p:cNvSpPr txBox="1"/>
          <p:nvPr>
            <p:ph idx="1" type="body"/>
          </p:nvPr>
        </p:nvSpPr>
        <p:spPr>
          <a:xfrm>
            <a:off x="5404951" y="2617811"/>
            <a:ext cx="3077548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b="0" i="1" sz="25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500"/>
              <a:buFont typeface="Arial"/>
              <a:buNone/>
              <a:defRPr b="0" i="1" sz="25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4"/>
          <p:cNvSpPr txBox="1"/>
          <p:nvPr>
            <p:ph idx="3" type="body"/>
          </p:nvPr>
        </p:nvSpPr>
        <p:spPr>
          <a:xfrm>
            <a:off x="5404951" y="3085124"/>
            <a:ext cx="3077548" cy="248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Font typeface="Arial"/>
              <a:buNone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5" name="Google Shape;305;p84"/>
          <p:cNvSpPr txBox="1"/>
          <p:nvPr>
            <p:ph idx="10" type="dt"/>
          </p:nvPr>
        </p:nvSpPr>
        <p:spPr>
          <a:xfrm>
            <a:off x="6167720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06" name="Google Shape;306;p84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07" name="Google Shape;307;p84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8" name="Google Shape;308;p8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07594"/>
            <a:ext cx="307086" cy="622046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84"/>
          <p:cNvSpPr/>
          <p:nvPr>
            <p:ph idx="4" type="dgm"/>
          </p:nvPr>
        </p:nvSpPr>
        <p:spPr>
          <a:xfrm>
            <a:off x="6912231" y="1426436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310" name="Google Shape;310;p84"/>
          <p:cNvSpPr/>
          <p:nvPr>
            <p:ph idx="5" type="dgm"/>
          </p:nvPr>
        </p:nvSpPr>
        <p:spPr>
          <a:xfrm>
            <a:off x="6912231" y="3645065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311" name="Google Shape;311;p84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2" name="Google Shape;312;p84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3" name="Google Shape;313;p84"/>
          <p:cNvSpPr txBox="1"/>
          <p:nvPr>
            <p:ph type="title"/>
          </p:nvPr>
        </p:nvSpPr>
        <p:spPr>
          <a:xfrm>
            <a:off x="5404950" y="1840117"/>
            <a:ext cx="3077549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Image (Large)">
  <p:cSld name="Title and Content with Image (Large)"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6"/>
          <p:cNvSpPr txBox="1"/>
          <p:nvPr>
            <p:ph type="title"/>
          </p:nvPr>
        </p:nvSpPr>
        <p:spPr>
          <a:xfrm>
            <a:off x="331200" y="289130"/>
            <a:ext cx="4028251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6"/>
          <p:cNvSpPr txBox="1"/>
          <p:nvPr>
            <p:ph idx="1" type="body"/>
          </p:nvPr>
        </p:nvSpPr>
        <p:spPr>
          <a:xfrm>
            <a:off x="333731" y="1071318"/>
            <a:ext cx="4027926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6"/>
          <p:cNvSpPr txBox="1"/>
          <p:nvPr>
            <p:ph idx="2" type="body"/>
          </p:nvPr>
        </p:nvSpPr>
        <p:spPr>
          <a:xfrm>
            <a:off x="331526" y="1340692"/>
            <a:ext cx="4027926" cy="3209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8" name="Google Shape;318;p86"/>
          <p:cNvSpPr/>
          <p:nvPr>
            <p:ph idx="3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86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0" name="Google Shape;320;p86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1" name="Google Shape;321;p86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22" name="Google Shape;322;p86"/>
          <p:cNvCxnSpPr/>
          <p:nvPr/>
        </p:nvCxnSpPr>
        <p:spPr>
          <a:xfrm>
            <a:off x="-525780" y="1455076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23" name="Google Shape;323;p86"/>
          <p:cNvSpPr txBox="1"/>
          <p:nvPr/>
        </p:nvSpPr>
        <p:spPr>
          <a:xfrm>
            <a:off x="-2406215" y="1340692"/>
            <a:ext cx="1786192" cy="2292935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Using bullets with the indent button: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Use the indent button to create the text levels with the appropriate bullet in miracle purple.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324" name="Google Shape;324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284295" y="2663190"/>
            <a:ext cx="640080" cy="7800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5" name="Google Shape;325;p86"/>
          <p:cNvCxnSpPr/>
          <p:nvPr/>
        </p:nvCxnSpPr>
        <p:spPr>
          <a:xfrm rot="10800000">
            <a:off x="9179892" y="815209"/>
            <a:ext cx="604188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26" name="Google Shape;326;p86"/>
          <p:cNvSpPr txBox="1"/>
          <p:nvPr/>
        </p:nvSpPr>
        <p:spPr>
          <a:xfrm>
            <a:off x="9886077" y="699694"/>
            <a:ext cx="1786192" cy="330859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327" name="Google Shape;327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25349" y="3183019"/>
            <a:ext cx="371475" cy="75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and Numbers">
  <p:cSld name="Title, Content and Numbers"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7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rgbClr val="E9E6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30" name="Google Shape;330;p87"/>
          <p:cNvSpPr txBox="1"/>
          <p:nvPr>
            <p:ph type="title"/>
          </p:nvPr>
        </p:nvSpPr>
        <p:spPr>
          <a:xfrm>
            <a:off x="331200" y="28913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1" name="Google Shape;331;p87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2" name="Google Shape;332;p87"/>
          <p:cNvSpPr txBox="1"/>
          <p:nvPr>
            <p:ph idx="2" type="body"/>
          </p:nvPr>
        </p:nvSpPr>
        <p:spPr>
          <a:xfrm>
            <a:off x="331526" y="1319303"/>
            <a:ext cx="2116800" cy="32077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87"/>
          <p:cNvSpPr txBox="1"/>
          <p:nvPr>
            <p:ph idx="3" type="body"/>
          </p:nvPr>
        </p:nvSpPr>
        <p:spPr>
          <a:xfrm>
            <a:off x="3025070" y="289130"/>
            <a:ext cx="883540" cy="2076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cap="none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87"/>
          <p:cNvSpPr txBox="1"/>
          <p:nvPr>
            <p:ph idx="4" type="body"/>
          </p:nvPr>
        </p:nvSpPr>
        <p:spPr>
          <a:xfrm>
            <a:off x="4051561" y="314154"/>
            <a:ext cx="1034787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87"/>
          <p:cNvSpPr/>
          <p:nvPr>
            <p:ph idx="5" type="pic"/>
          </p:nvPr>
        </p:nvSpPr>
        <p:spPr>
          <a:xfrm>
            <a:off x="4051562" y="100598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36" name="Google Shape;336;p87"/>
          <p:cNvSpPr txBox="1"/>
          <p:nvPr>
            <p:ph idx="6" type="body"/>
          </p:nvPr>
        </p:nvSpPr>
        <p:spPr>
          <a:xfrm>
            <a:off x="4051562" y="2515557"/>
            <a:ext cx="1034787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7" name="Google Shape;337;p87"/>
          <p:cNvSpPr txBox="1"/>
          <p:nvPr>
            <p:ph idx="7" type="body"/>
          </p:nvPr>
        </p:nvSpPr>
        <p:spPr>
          <a:xfrm>
            <a:off x="4051562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8" name="Google Shape;338;p87"/>
          <p:cNvSpPr txBox="1"/>
          <p:nvPr>
            <p:ph idx="8" type="body"/>
          </p:nvPr>
        </p:nvSpPr>
        <p:spPr>
          <a:xfrm>
            <a:off x="5296499" y="314154"/>
            <a:ext cx="1034786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9" name="Google Shape;339;p87"/>
          <p:cNvSpPr/>
          <p:nvPr>
            <p:ph idx="9" type="pic"/>
          </p:nvPr>
        </p:nvSpPr>
        <p:spPr>
          <a:xfrm>
            <a:off x="5296499" y="100598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40" name="Google Shape;340;p87"/>
          <p:cNvSpPr txBox="1"/>
          <p:nvPr>
            <p:ph idx="13" type="body"/>
          </p:nvPr>
        </p:nvSpPr>
        <p:spPr>
          <a:xfrm>
            <a:off x="5296498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1" name="Google Shape;341;p87"/>
          <p:cNvSpPr txBox="1"/>
          <p:nvPr>
            <p:ph idx="14" type="body"/>
          </p:nvPr>
        </p:nvSpPr>
        <p:spPr>
          <a:xfrm>
            <a:off x="5296498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2" name="Google Shape;342;p87"/>
          <p:cNvSpPr txBox="1"/>
          <p:nvPr>
            <p:ph idx="15" type="body"/>
          </p:nvPr>
        </p:nvSpPr>
        <p:spPr>
          <a:xfrm>
            <a:off x="6541435" y="314154"/>
            <a:ext cx="1034785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3" name="Google Shape;343;p87"/>
          <p:cNvSpPr/>
          <p:nvPr>
            <p:ph idx="16" type="pic"/>
          </p:nvPr>
        </p:nvSpPr>
        <p:spPr>
          <a:xfrm>
            <a:off x="6541436" y="100598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44" name="Google Shape;344;p87"/>
          <p:cNvSpPr txBox="1"/>
          <p:nvPr>
            <p:ph idx="17" type="body"/>
          </p:nvPr>
        </p:nvSpPr>
        <p:spPr>
          <a:xfrm>
            <a:off x="6541433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5" name="Google Shape;345;p87"/>
          <p:cNvSpPr txBox="1"/>
          <p:nvPr>
            <p:ph idx="18" type="body"/>
          </p:nvPr>
        </p:nvSpPr>
        <p:spPr>
          <a:xfrm>
            <a:off x="6541433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6" name="Google Shape;346;p87"/>
          <p:cNvSpPr txBox="1"/>
          <p:nvPr>
            <p:ph idx="19" type="body"/>
          </p:nvPr>
        </p:nvSpPr>
        <p:spPr>
          <a:xfrm>
            <a:off x="7786372" y="314154"/>
            <a:ext cx="1034785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7" name="Google Shape;347;p87"/>
          <p:cNvSpPr/>
          <p:nvPr>
            <p:ph idx="20" type="pic"/>
          </p:nvPr>
        </p:nvSpPr>
        <p:spPr>
          <a:xfrm>
            <a:off x="7786373" y="100598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48" name="Google Shape;348;p87"/>
          <p:cNvSpPr txBox="1"/>
          <p:nvPr>
            <p:ph idx="21" type="body"/>
          </p:nvPr>
        </p:nvSpPr>
        <p:spPr>
          <a:xfrm>
            <a:off x="7786367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9" name="Google Shape;349;p87"/>
          <p:cNvSpPr txBox="1"/>
          <p:nvPr>
            <p:ph idx="22" type="body"/>
          </p:nvPr>
        </p:nvSpPr>
        <p:spPr>
          <a:xfrm>
            <a:off x="7786367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50" name="Google Shape;350;p8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822" y="4596340"/>
            <a:ext cx="1157201" cy="533712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87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2" name="Google Shape;352;p87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87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54" name="Google Shape;354;p87"/>
          <p:cNvCxnSpPr/>
          <p:nvPr/>
        </p:nvCxnSpPr>
        <p:spPr>
          <a:xfrm rot="10800000">
            <a:off x="9210372" y="1374041"/>
            <a:ext cx="604188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55" name="Google Shape;355;p87"/>
          <p:cNvSpPr txBox="1"/>
          <p:nvPr/>
        </p:nvSpPr>
        <p:spPr>
          <a:xfrm>
            <a:off x="9905193" y="121617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6" name="Google Shape;356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72647" y="3678134"/>
            <a:ext cx="307086" cy="622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and Numbers (Dark)">
  <p:cSld name="Title, Content and Numbers (Dark)"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8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359" name="Google Shape;359;p88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360" name="Google Shape;360;p88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361" name="Google Shape;361;p88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362" name="Google Shape;362;p88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363" name="Google Shape;363;p88"/>
          <p:cNvSpPr txBox="1"/>
          <p:nvPr>
            <p:ph type="title"/>
          </p:nvPr>
        </p:nvSpPr>
        <p:spPr>
          <a:xfrm>
            <a:off x="331200" y="28800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4" name="Google Shape;364;p88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5" name="Google Shape;365;p88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dk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6" name="Google Shape;366;p88"/>
          <p:cNvSpPr txBox="1"/>
          <p:nvPr>
            <p:ph idx="3" type="body"/>
          </p:nvPr>
        </p:nvSpPr>
        <p:spPr>
          <a:xfrm>
            <a:off x="3025070" y="288000"/>
            <a:ext cx="883540" cy="2076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cap="none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7" name="Google Shape;367;p88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8" name="Google Shape;368;p88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9" name="Google Shape;369;p88"/>
          <p:cNvSpPr txBox="1"/>
          <p:nvPr>
            <p:ph idx="4" type="body"/>
          </p:nvPr>
        </p:nvSpPr>
        <p:spPr>
          <a:xfrm>
            <a:off x="4051561" y="313024"/>
            <a:ext cx="1034787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88"/>
          <p:cNvSpPr/>
          <p:nvPr>
            <p:ph idx="5" type="pic"/>
          </p:nvPr>
        </p:nvSpPr>
        <p:spPr>
          <a:xfrm>
            <a:off x="4051562" y="100485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71" name="Google Shape;371;p88"/>
          <p:cNvSpPr txBox="1"/>
          <p:nvPr>
            <p:ph idx="6" type="body"/>
          </p:nvPr>
        </p:nvSpPr>
        <p:spPr>
          <a:xfrm>
            <a:off x="4051562" y="2515557"/>
            <a:ext cx="1034787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2" name="Google Shape;372;p88"/>
          <p:cNvSpPr txBox="1"/>
          <p:nvPr>
            <p:ph idx="7" type="body"/>
          </p:nvPr>
        </p:nvSpPr>
        <p:spPr>
          <a:xfrm>
            <a:off x="4051562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3" name="Google Shape;373;p88"/>
          <p:cNvSpPr txBox="1"/>
          <p:nvPr>
            <p:ph idx="8" type="body"/>
          </p:nvPr>
        </p:nvSpPr>
        <p:spPr>
          <a:xfrm>
            <a:off x="5296499" y="313024"/>
            <a:ext cx="1034786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4" name="Google Shape;374;p88"/>
          <p:cNvSpPr/>
          <p:nvPr>
            <p:ph idx="9" type="pic"/>
          </p:nvPr>
        </p:nvSpPr>
        <p:spPr>
          <a:xfrm>
            <a:off x="5296499" y="100485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75" name="Google Shape;375;p88"/>
          <p:cNvSpPr txBox="1"/>
          <p:nvPr>
            <p:ph idx="13" type="body"/>
          </p:nvPr>
        </p:nvSpPr>
        <p:spPr>
          <a:xfrm>
            <a:off x="5296498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6" name="Google Shape;376;p88"/>
          <p:cNvSpPr txBox="1"/>
          <p:nvPr>
            <p:ph idx="14" type="body"/>
          </p:nvPr>
        </p:nvSpPr>
        <p:spPr>
          <a:xfrm>
            <a:off x="5296498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7" name="Google Shape;377;p88"/>
          <p:cNvSpPr txBox="1"/>
          <p:nvPr>
            <p:ph idx="15" type="body"/>
          </p:nvPr>
        </p:nvSpPr>
        <p:spPr>
          <a:xfrm>
            <a:off x="6541435" y="313024"/>
            <a:ext cx="1034785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8" name="Google Shape;378;p88"/>
          <p:cNvSpPr/>
          <p:nvPr>
            <p:ph idx="16" type="pic"/>
          </p:nvPr>
        </p:nvSpPr>
        <p:spPr>
          <a:xfrm>
            <a:off x="6541436" y="100485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79" name="Google Shape;379;p88"/>
          <p:cNvSpPr txBox="1"/>
          <p:nvPr>
            <p:ph idx="17" type="body"/>
          </p:nvPr>
        </p:nvSpPr>
        <p:spPr>
          <a:xfrm>
            <a:off x="6541433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0" name="Google Shape;380;p88"/>
          <p:cNvSpPr txBox="1"/>
          <p:nvPr>
            <p:ph idx="18" type="body"/>
          </p:nvPr>
        </p:nvSpPr>
        <p:spPr>
          <a:xfrm>
            <a:off x="6541433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88"/>
          <p:cNvSpPr txBox="1"/>
          <p:nvPr>
            <p:ph idx="19" type="body"/>
          </p:nvPr>
        </p:nvSpPr>
        <p:spPr>
          <a:xfrm>
            <a:off x="7786372" y="313024"/>
            <a:ext cx="1034785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2" name="Google Shape;382;p88"/>
          <p:cNvSpPr/>
          <p:nvPr>
            <p:ph idx="20" type="pic"/>
          </p:nvPr>
        </p:nvSpPr>
        <p:spPr>
          <a:xfrm>
            <a:off x="7786373" y="100485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83" name="Google Shape;383;p88"/>
          <p:cNvSpPr txBox="1"/>
          <p:nvPr>
            <p:ph idx="21" type="body"/>
          </p:nvPr>
        </p:nvSpPr>
        <p:spPr>
          <a:xfrm>
            <a:off x="7786367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4" name="Google Shape;384;p88"/>
          <p:cNvSpPr txBox="1"/>
          <p:nvPr>
            <p:ph idx="22" type="body"/>
          </p:nvPr>
        </p:nvSpPr>
        <p:spPr>
          <a:xfrm>
            <a:off x="7786367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5" name="Google Shape;385;p88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and Numbers (Alternative) (Light)">
  <p:cSld name="Title, Content and Numbers (Alternative) (Light)"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89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rgbClr val="E9E6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388" name="Google Shape;388;p89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389" name="Google Shape;389;p89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390" name="Google Shape;390;p89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391" name="Google Shape;391;p89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392" name="Google Shape;392;p89"/>
          <p:cNvSpPr txBox="1"/>
          <p:nvPr>
            <p:ph type="title"/>
          </p:nvPr>
        </p:nvSpPr>
        <p:spPr>
          <a:xfrm>
            <a:off x="331200" y="288000"/>
            <a:ext cx="2126222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3" name="Google Shape;393;p89"/>
          <p:cNvSpPr txBox="1"/>
          <p:nvPr>
            <p:ph idx="1" type="body"/>
          </p:nvPr>
        </p:nvSpPr>
        <p:spPr>
          <a:xfrm>
            <a:off x="333729" y="1071318"/>
            <a:ext cx="2118055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4" name="Google Shape;394;p89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5" name="Google Shape;395;p89"/>
          <p:cNvSpPr txBox="1"/>
          <p:nvPr>
            <p:ph idx="3" type="body"/>
          </p:nvPr>
        </p:nvSpPr>
        <p:spPr>
          <a:xfrm>
            <a:off x="3264208" y="739124"/>
            <a:ext cx="5546062" cy="214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6" name="Google Shape;396;p89"/>
          <p:cNvSpPr txBox="1"/>
          <p:nvPr>
            <p:ph idx="4" type="body"/>
          </p:nvPr>
        </p:nvSpPr>
        <p:spPr>
          <a:xfrm>
            <a:off x="3262749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7" name="Google Shape;397;p89"/>
          <p:cNvSpPr txBox="1"/>
          <p:nvPr>
            <p:ph idx="5" type="body"/>
          </p:nvPr>
        </p:nvSpPr>
        <p:spPr>
          <a:xfrm>
            <a:off x="3262749" y="2211873"/>
            <a:ext cx="1268510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89"/>
          <p:cNvSpPr txBox="1"/>
          <p:nvPr>
            <p:ph idx="6" type="body"/>
          </p:nvPr>
        </p:nvSpPr>
        <p:spPr>
          <a:xfrm>
            <a:off x="3262749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9" name="Google Shape;399;p89"/>
          <p:cNvSpPr txBox="1"/>
          <p:nvPr>
            <p:ph idx="7" type="body"/>
          </p:nvPr>
        </p:nvSpPr>
        <p:spPr>
          <a:xfrm>
            <a:off x="4688351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0" name="Google Shape;400;p89"/>
          <p:cNvSpPr txBox="1"/>
          <p:nvPr>
            <p:ph idx="8" type="body"/>
          </p:nvPr>
        </p:nvSpPr>
        <p:spPr>
          <a:xfrm>
            <a:off x="4688936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1" name="Google Shape;401;p89"/>
          <p:cNvSpPr txBox="1"/>
          <p:nvPr>
            <p:ph idx="9" type="body"/>
          </p:nvPr>
        </p:nvSpPr>
        <p:spPr>
          <a:xfrm>
            <a:off x="4688936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2" name="Google Shape;402;p89"/>
          <p:cNvSpPr txBox="1"/>
          <p:nvPr>
            <p:ph idx="13" type="body"/>
          </p:nvPr>
        </p:nvSpPr>
        <p:spPr>
          <a:xfrm>
            <a:off x="6113953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3" name="Google Shape;403;p89"/>
          <p:cNvSpPr txBox="1"/>
          <p:nvPr>
            <p:ph idx="14" type="body"/>
          </p:nvPr>
        </p:nvSpPr>
        <p:spPr>
          <a:xfrm>
            <a:off x="6113953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4" name="Google Shape;404;p89"/>
          <p:cNvSpPr txBox="1"/>
          <p:nvPr>
            <p:ph idx="15" type="body"/>
          </p:nvPr>
        </p:nvSpPr>
        <p:spPr>
          <a:xfrm>
            <a:off x="6113953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5" name="Google Shape;405;p89"/>
          <p:cNvSpPr txBox="1"/>
          <p:nvPr>
            <p:ph idx="16" type="body"/>
          </p:nvPr>
        </p:nvSpPr>
        <p:spPr>
          <a:xfrm>
            <a:off x="7539556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6" name="Google Shape;406;p89"/>
          <p:cNvSpPr txBox="1"/>
          <p:nvPr>
            <p:ph idx="17" type="body"/>
          </p:nvPr>
        </p:nvSpPr>
        <p:spPr>
          <a:xfrm>
            <a:off x="7541760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7" name="Google Shape;407;p89"/>
          <p:cNvSpPr txBox="1"/>
          <p:nvPr>
            <p:ph idx="18" type="body"/>
          </p:nvPr>
        </p:nvSpPr>
        <p:spPr>
          <a:xfrm>
            <a:off x="7541760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89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9" name="Google Shape;409;p89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0" name="Google Shape;410;p89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, Content and Numbers (Alternative)">
  <p:cSld name="1_Title, Content and Numbers (Alternative)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90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413" name="Google Shape;413;p90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414" name="Google Shape;414;p90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415" name="Google Shape;415;p90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416" name="Google Shape;416;p90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417" name="Google Shape;417;p90"/>
          <p:cNvSpPr txBox="1"/>
          <p:nvPr>
            <p:ph type="title"/>
          </p:nvPr>
        </p:nvSpPr>
        <p:spPr>
          <a:xfrm>
            <a:off x="331200" y="28800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8" name="Google Shape;418;p90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9" name="Google Shape;419;p90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dk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0" name="Google Shape;420;p90"/>
          <p:cNvSpPr txBox="1"/>
          <p:nvPr>
            <p:ph idx="3" type="body"/>
          </p:nvPr>
        </p:nvSpPr>
        <p:spPr>
          <a:xfrm>
            <a:off x="3264208" y="739124"/>
            <a:ext cx="5546062" cy="214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1" name="Google Shape;421;p90"/>
          <p:cNvSpPr txBox="1"/>
          <p:nvPr>
            <p:ph idx="4" type="body"/>
          </p:nvPr>
        </p:nvSpPr>
        <p:spPr>
          <a:xfrm>
            <a:off x="3262749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2" name="Google Shape;422;p90"/>
          <p:cNvSpPr txBox="1"/>
          <p:nvPr>
            <p:ph idx="5" type="body"/>
          </p:nvPr>
        </p:nvSpPr>
        <p:spPr>
          <a:xfrm>
            <a:off x="3262749" y="2211873"/>
            <a:ext cx="1268510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3" name="Google Shape;423;p90"/>
          <p:cNvSpPr txBox="1"/>
          <p:nvPr>
            <p:ph idx="6" type="body"/>
          </p:nvPr>
        </p:nvSpPr>
        <p:spPr>
          <a:xfrm>
            <a:off x="3262749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4" name="Google Shape;424;p90"/>
          <p:cNvSpPr txBox="1"/>
          <p:nvPr>
            <p:ph idx="7" type="body"/>
          </p:nvPr>
        </p:nvSpPr>
        <p:spPr>
          <a:xfrm>
            <a:off x="4688351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90"/>
          <p:cNvSpPr txBox="1"/>
          <p:nvPr>
            <p:ph idx="8" type="body"/>
          </p:nvPr>
        </p:nvSpPr>
        <p:spPr>
          <a:xfrm>
            <a:off x="4688936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90"/>
          <p:cNvSpPr txBox="1"/>
          <p:nvPr>
            <p:ph idx="9" type="body"/>
          </p:nvPr>
        </p:nvSpPr>
        <p:spPr>
          <a:xfrm>
            <a:off x="4688936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90"/>
          <p:cNvSpPr txBox="1"/>
          <p:nvPr>
            <p:ph idx="13" type="body"/>
          </p:nvPr>
        </p:nvSpPr>
        <p:spPr>
          <a:xfrm>
            <a:off x="6113953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8" name="Google Shape;428;p90"/>
          <p:cNvSpPr txBox="1"/>
          <p:nvPr>
            <p:ph idx="14" type="body"/>
          </p:nvPr>
        </p:nvSpPr>
        <p:spPr>
          <a:xfrm>
            <a:off x="6113953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9" name="Google Shape;429;p90"/>
          <p:cNvSpPr txBox="1"/>
          <p:nvPr>
            <p:ph idx="15" type="body"/>
          </p:nvPr>
        </p:nvSpPr>
        <p:spPr>
          <a:xfrm>
            <a:off x="6113953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0" name="Google Shape;430;p90"/>
          <p:cNvSpPr txBox="1"/>
          <p:nvPr>
            <p:ph idx="16" type="body"/>
          </p:nvPr>
        </p:nvSpPr>
        <p:spPr>
          <a:xfrm>
            <a:off x="7539556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1" name="Google Shape;431;p90"/>
          <p:cNvSpPr txBox="1"/>
          <p:nvPr>
            <p:ph idx="17" type="body"/>
          </p:nvPr>
        </p:nvSpPr>
        <p:spPr>
          <a:xfrm>
            <a:off x="7541760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2" name="Google Shape;432;p90"/>
          <p:cNvSpPr txBox="1"/>
          <p:nvPr>
            <p:ph idx="18" type="body"/>
          </p:nvPr>
        </p:nvSpPr>
        <p:spPr>
          <a:xfrm>
            <a:off x="7541760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3" name="Google Shape;433;p90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4" name="Google Shape;434;p90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5" name="Google Shape;435;p90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Visual &amp; Columns">
  <p:cSld name="1_Visual &amp; Columns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91"/>
          <p:cNvSpPr txBox="1"/>
          <p:nvPr>
            <p:ph type="title"/>
          </p:nvPr>
        </p:nvSpPr>
        <p:spPr>
          <a:xfrm>
            <a:off x="4062730" y="288000"/>
            <a:ext cx="475367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8" name="Google Shape;438;p91"/>
          <p:cNvSpPr txBox="1"/>
          <p:nvPr>
            <p:ph idx="1" type="body"/>
          </p:nvPr>
        </p:nvSpPr>
        <p:spPr>
          <a:xfrm>
            <a:off x="4062730" y="1069097"/>
            <a:ext cx="47489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9" name="Google Shape;439;p91"/>
          <p:cNvSpPr/>
          <p:nvPr>
            <p:ph idx="2" type="pic"/>
          </p:nvPr>
        </p:nvSpPr>
        <p:spPr>
          <a:xfrm>
            <a:off x="333731" y="794835"/>
            <a:ext cx="3096000" cy="3074054"/>
          </a:xfrm>
          <a:prstGeom prst="rect">
            <a:avLst/>
          </a:prstGeom>
          <a:noFill/>
          <a:ln>
            <a:noFill/>
          </a:ln>
        </p:spPr>
      </p:sp>
      <p:sp>
        <p:nvSpPr>
          <p:cNvPr id="440" name="Google Shape;440;p91"/>
          <p:cNvSpPr/>
          <p:nvPr>
            <p:ph idx="3" type="pic"/>
          </p:nvPr>
        </p:nvSpPr>
        <p:spPr>
          <a:xfrm>
            <a:off x="4064737" y="1583483"/>
            <a:ext cx="688883" cy="684000"/>
          </a:xfrm>
          <a:prstGeom prst="rect">
            <a:avLst/>
          </a:prstGeom>
          <a:noFill/>
          <a:ln>
            <a:noFill/>
          </a:ln>
        </p:spPr>
      </p:sp>
      <p:sp>
        <p:nvSpPr>
          <p:cNvPr id="441" name="Google Shape;441;p91"/>
          <p:cNvSpPr txBox="1"/>
          <p:nvPr>
            <p:ph idx="4" type="body"/>
          </p:nvPr>
        </p:nvSpPr>
        <p:spPr>
          <a:xfrm>
            <a:off x="4066688" y="2597203"/>
            <a:ext cx="1042988" cy="177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Verdana"/>
              <a:buChar char="•"/>
              <a:defRPr sz="1400"/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2" name="Google Shape;442;p91"/>
          <p:cNvSpPr/>
          <p:nvPr>
            <p:ph idx="5" type="pic"/>
          </p:nvPr>
        </p:nvSpPr>
        <p:spPr>
          <a:xfrm>
            <a:off x="5293680" y="1583483"/>
            <a:ext cx="688883" cy="684000"/>
          </a:xfrm>
          <a:prstGeom prst="rect">
            <a:avLst/>
          </a:prstGeom>
          <a:noFill/>
          <a:ln>
            <a:noFill/>
          </a:ln>
        </p:spPr>
      </p:sp>
      <p:sp>
        <p:nvSpPr>
          <p:cNvPr id="443" name="Google Shape;443;p91"/>
          <p:cNvSpPr txBox="1"/>
          <p:nvPr>
            <p:ph idx="6" type="body"/>
          </p:nvPr>
        </p:nvSpPr>
        <p:spPr>
          <a:xfrm>
            <a:off x="5303362" y="2597203"/>
            <a:ext cx="1042988" cy="177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Verdana"/>
              <a:buChar char="•"/>
              <a:defRPr sz="1400"/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4" name="Google Shape;444;p91"/>
          <p:cNvSpPr/>
          <p:nvPr>
            <p:ph idx="7" type="pic"/>
          </p:nvPr>
        </p:nvSpPr>
        <p:spPr>
          <a:xfrm>
            <a:off x="6538280" y="1583483"/>
            <a:ext cx="688883" cy="684000"/>
          </a:xfrm>
          <a:prstGeom prst="rect">
            <a:avLst/>
          </a:prstGeom>
          <a:noFill/>
          <a:ln>
            <a:noFill/>
          </a:ln>
        </p:spPr>
      </p:sp>
      <p:sp>
        <p:nvSpPr>
          <p:cNvPr id="445" name="Google Shape;445;p91"/>
          <p:cNvSpPr txBox="1"/>
          <p:nvPr>
            <p:ph idx="8" type="body"/>
          </p:nvPr>
        </p:nvSpPr>
        <p:spPr>
          <a:xfrm>
            <a:off x="6530643" y="2597203"/>
            <a:ext cx="1042988" cy="177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Verdana"/>
              <a:buChar char="•"/>
              <a:defRPr sz="1400"/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6" name="Google Shape;446;p91"/>
          <p:cNvSpPr/>
          <p:nvPr>
            <p:ph idx="9" type="pic"/>
          </p:nvPr>
        </p:nvSpPr>
        <p:spPr>
          <a:xfrm>
            <a:off x="7767223" y="1583483"/>
            <a:ext cx="688883" cy="684000"/>
          </a:xfrm>
          <a:prstGeom prst="rect">
            <a:avLst/>
          </a:prstGeom>
          <a:noFill/>
          <a:ln>
            <a:noFill/>
          </a:ln>
        </p:spPr>
      </p:sp>
      <p:sp>
        <p:nvSpPr>
          <p:cNvPr id="447" name="Google Shape;447;p91"/>
          <p:cNvSpPr txBox="1"/>
          <p:nvPr>
            <p:ph idx="13" type="body"/>
          </p:nvPr>
        </p:nvSpPr>
        <p:spPr>
          <a:xfrm>
            <a:off x="7767316" y="2597203"/>
            <a:ext cx="1042988" cy="177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Verdana"/>
              <a:buChar char="•"/>
              <a:defRPr sz="1400"/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8" name="Google Shape;448;p91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9" name="Google Shape;449;p91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0" name="Google Shape;450;p91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n right">
  <p:cSld name="Content on right"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92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453" name="Google Shape;453;p92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454" name="Google Shape;454;p92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455" name="Google Shape;455;p92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456" name="Google Shape;456;p92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457" name="Google Shape;457;p92"/>
          <p:cNvSpPr txBox="1"/>
          <p:nvPr>
            <p:ph type="title"/>
          </p:nvPr>
        </p:nvSpPr>
        <p:spPr>
          <a:xfrm>
            <a:off x="331200" y="28800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8" name="Google Shape;458;p92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9" name="Google Shape;459;p92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dk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0" name="Google Shape;460;p92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1" name="Google Shape;461;p92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2" name="Google Shape;462;p92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ubjects">
  <p:cSld name="Three Subjects"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93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5" name="Google Shape;465;p93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6" name="Google Shape;466;p93"/>
          <p:cNvSpPr/>
          <p:nvPr>
            <p:ph idx="2" type="pic"/>
          </p:nvPr>
        </p:nvSpPr>
        <p:spPr>
          <a:xfrm>
            <a:off x="1414371" y="1690480"/>
            <a:ext cx="1360579" cy="1350936"/>
          </a:xfrm>
          <a:prstGeom prst="rect">
            <a:avLst/>
          </a:prstGeom>
          <a:noFill/>
          <a:ln>
            <a:noFill/>
          </a:ln>
        </p:spPr>
      </p:sp>
      <p:sp>
        <p:nvSpPr>
          <p:cNvPr id="467" name="Google Shape;467;p93"/>
          <p:cNvSpPr txBox="1"/>
          <p:nvPr>
            <p:ph idx="3" type="body"/>
          </p:nvPr>
        </p:nvSpPr>
        <p:spPr>
          <a:xfrm>
            <a:off x="1082841" y="3327027"/>
            <a:ext cx="2023637" cy="773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1" sz="16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8" name="Google Shape;468;p93"/>
          <p:cNvSpPr/>
          <p:nvPr>
            <p:ph idx="4" type="pic"/>
          </p:nvPr>
        </p:nvSpPr>
        <p:spPr>
          <a:xfrm>
            <a:off x="3932146" y="1690480"/>
            <a:ext cx="1360579" cy="1350936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93"/>
          <p:cNvSpPr txBox="1"/>
          <p:nvPr>
            <p:ph idx="5" type="body"/>
          </p:nvPr>
        </p:nvSpPr>
        <p:spPr>
          <a:xfrm>
            <a:off x="3607273" y="3327027"/>
            <a:ext cx="2023637" cy="773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1" sz="16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0" name="Google Shape;470;p93"/>
          <p:cNvSpPr/>
          <p:nvPr>
            <p:ph idx="6" type="pic"/>
          </p:nvPr>
        </p:nvSpPr>
        <p:spPr>
          <a:xfrm>
            <a:off x="6456746" y="1690480"/>
            <a:ext cx="1360579" cy="1350936"/>
          </a:xfrm>
          <a:prstGeom prst="rect">
            <a:avLst/>
          </a:prstGeom>
          <a:noFill/>
          <a:ln>
            <a:noFill/>
          </a:ln>
        </p:spPr>
      </p:sp>
      <p:sp>
        <p:nvSpPr>
          <p:cNvPr id="471" name="Google Shape;471;p93"/>
          <p:cNvSpPr txBox="1"/>
          <p:nvPr>
            <p:ph idx="7" type="body"/>
          </p:nvPr>
        </p:nvSpPr>
        <p:spPr>
          <a:xfrm>
            <a:off x="6131706" y="3327027"/>
            <a:ext cx="2023637" cy="773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1" sz="16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2" name="Google Shape;472;p93"/>
          <p:cNvSpPr txBox="1"/>
          <p:nvPr>
            <p:ph idx="8" type="body"/>
          </p:nvPr>
        </p:nvSpPr>
        <p:spPr>
          <a:xfrm>
            <a:off x="665340" y="4556155"/>
            <a:ext cx="7813319" cy="1231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i="1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3" name="Google Shape;473;p93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4" name="Google Shape;474;p93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5" name="Google Shape;475;p93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6.Body_Text&amp;Visual_2columns">
  <p:cSld name="06.Body_Text&amp;Visual_2columns"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94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8" name="Google Shape;478;p94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9" name="Google Shape;479;p94"/>
          <p:cNvSpPr txBox="1"/>
          <p:nvPr>
            <p:ph idx="2" type="body"/>
          </p:nvPr>
        </p:nvSpPr>
        <p:spPr>
          <a:xfrm>
            <a:off x="338492" y="1321524"/>
            <a:ext cx="4040381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0" name="Google Shape;480;p94"/>
          <p:cNvSpPr/>
          <p:nvPr>
            <p:ph idx="3" type="pic"/>
          </p:nvPr>
        </p:nvSpPr>
        <p:spPr>
          <a:xfrm>
            <a:off x="333730" y="1592687"/>
            <a:ext cx="1755419" cy="3086579"/>
          </a:xfrm>
          <a:prstGeom prst="rect">
            <a:avLst/>
          </a:prstGeom>
          <a:noFill/>
          <a:ln>
            <a:noFill/>
          </a:ln>
        </p:spPr>
      </p:sp>
      <p:sp>
        <p:nvSpPr>
          <p:cNvPr id="481" name="Google Shape;481;p94"/>
          <p:cNvSpPr txBox="1"/>
          <p:nvPr>
            <p:ph idx="4" type="body"/>
          </p:nvPr>
        </p:nvSpPr>
        <p:spPr>
          <a:xfrm>
            <a:off x="2292107" y="1592687"/>
            <a:ext cx="2086767" cy="30865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8610" lvl="1" marL="914400"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6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2" name="Google Shape;482;p94"/>
          <p:cNvSpPr txBox="1"/>
          <p:nvPr>
            <p:ph idx="5" type="body"/>
          </p:nvPr>
        </p:nvSpPr>
        <p:spPr>
          <a:xfrm>
            <a:off x="4571999" y="1321524"/>
            <a:ext cx="4240477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3" name="Google Shape;483;p94"/>
          <p:cNvSpPr/>
          <p:nvPr>
            <p:ph idx="6" type="pic"/>
          </p:nvPr>
        </p:nvSpPr>
        <p:spPr>
          <a:xfrm>
            <a:off x="4572000" y="1592687"/>
            <a:ext cx="1755419" cy="3086579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94"/>
          <p:cNvSpPr txBox="1"/>
          <p:nvPr>
            <p:ph idx="7" type="body"/>
          </p:nvPr>
        </p:nvSpPr>
        <p:spPr>
          <a:xfrm>
            <a:off x="6539641" y="1592687"/>
            <a:ext cx="2270629" cy="30865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8610" lvl="1" marL="914400"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6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5" name="Google Shape;485;p94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6" name="Google Shape;486;p94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7" name="Google Shape;487;p94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9.Series_Pictograms">
  <p:cSld name="09.Series_Pictograms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95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0" name="Google Shape;490;p95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1" name="Google Shape;491;p95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2" name="Google Shape;492;p95"/>
          <p:cNvSpPr/>
          <p:nvPr>
            <p:ph idx="3" type="pic"/>
          </p:nvPr>
        </p:nvSpPr>
        <p:spPr>
          <a:xfrm>
            <a:off x="4138726" y="1623670"/>
            <a:ext cx="529352" cy="5256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95"/>
          <p:cNvSpPr txBox="1"/>
          <p:nvPr>
            <p:ph idx="4" type="body"/>
          </p:nvPr>
        </p:nvSpPr>
        <p:spPr>
          <a:xfrm>
            <a:off x="3414168" y="2272517"/>
            <a:ext cx="1980000" cy="551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28600" lvl="2" marL="137160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95"/>
          <p:cNvSpPr/>
          <p:nvPr>
            <p:ph idx="5" type="pic"/>
          </p:nvPr>
        </p:nvSpPr>
        <p:spPr>
          <a:xfrm>
            <a:off x="6922811" y="1623670"/>
            <a:ext cx="529352" cy="5256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95"/>
          <p:cNvSpPr txBox="1"/>
          <p:nvPr>
            <p:ph idx="6" type="body"/>
          </p:nvPr>
        </p:nvSpPr>
        <p:spPr>
          <a:xfrm>
            <a:off x="6201942" y="2272517"/>
            <a:ext cx="1980000" cy="551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28600" lvl="2" marL="137160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95"/>
          <p:cNvSpPr/>
          <p:nvPr>
            <p:ph idx="7" type="pic"/>
          </p:nvPr>
        </p:nvSpPr>
        <p:spPr>
          <a:xfrm>
            <a:off x="4138726" y="3209891"/>
            <a:ext cx="529352" cy="525600"/>
          </a:xfrm>
          <a:prstGeom prst="rect">
            <a:avLst/>
          </a:prstGeom>
          <a:noFill/>
          <a:ln>
            <a:noFill/>
          </a:ln>
        </p:spPr>
      </p:sp>
      <p:sp>
        <p:nvSpPr>
          <p:cNvPr id="497" name="Google Shape;497;p95"/>
          <p:cNvSpPr txBox="1"/>
          <p:nvPr>
            <p:ph idx="8" type="body"/>
          </p:nvPr>
        </p:nvSpPr>
        <p:spPr>
          <a:xfrm>
            <a:off x="3414168" y="3860427"/>
            <a:ext cx="1980000" cy="551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28600" lvl="2" marL="137160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8" name="Google Shape;498;p95"/>
          <p:cNvSpPr/>
          <p:nvPr>
            <p:ph idx="9" type="pic"/>
          </p:nvPr>
        </p:nvSpPr>
        <p:spPr>
          <a:xfrm>
            <a:off x="6922811" y="3209891"/>
            <a:ext cx="529352" cy="5256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95"/>
          <p:cNvSpPr txBox="1"/>
          <p:nvPr>
            <p:ph idx="13" type="body"/>
          </p:nvPr>
        </p:nvSpPr>
        <p:spPr>
          <a:xfrm>
            <a:off x="6201942" y="3860427"/>
            <a:ext cx="1980000" cy="551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28600" lvl="2" marL="137160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0" name="Google Shape;500;p95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1" name="Google Shape;501;p95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2" name="Google Shape;502;p95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Table">
    <p:bg>
      <p:bgPr>
        <a:solidFill>
          <a:schemeClr val="lt1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6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5" name="Google Shape;505;p96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6" name="Google Shape;506;p96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7" name="Google Shape;507;p96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7.ColumnTitle+3columns_NoVisual_Color3">
  <p:cSld name="07.ColumnTitle+3columns_NoVisual_Color3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97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10" name="Google Shape;510;p97"/>
          <p:cNvSpPr txBox="1"/>
          <p:nvPr>
            <p:ph type="title"/>
          </p:nvPr>
        </p:nvSpPr>
        <p:spPr>
          <a:xfrm>
            <a:off x="331200" y="28800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1" name="Google Shape;511;p97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2" name="Google Shape;512;p97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dk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3" name="Google Shape;513;p97"/>
          <p:cNvSpPr txBox="1"/>
          <p:nvPr>
            <p:ph idx="3" type="body"/>
          </p:nvPr>
        </p:nvSpPr>
        <p:spPr>
          <a:xfrm>
            <a:off x="3392183" y="1341138"/>
            <a:ext cx="1381124" cy="5856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921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4" name="Google Shape;514;p97"/>
          <p:cNvSpPr/>
          <p:nvPr>
            <p:ph idx="4" type="dgm"/>
          </p:nvPr>
        </p:nvSpPr>
        <p:spPr>
          <a:xfrm rot="5400000">
            <a:off x="4045452" y="1273523"/>
            <a:ext cx="74583" cy="1381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15" name="Google Shape;515;p97"/>
          <p:cNvSpPr txBox="1"/>
          <p:nvPr>
            <p:ph idx="5" type="body"/>
          </p:nvPr>
        </p:nvSpPr>
        <p:spPr>
          <a:xfrm>
            <a:off x="3392182" y="2001376"/>
            <a:ext cx="1381123" cy="804861"/>
          </a:xfrm>
          <a:prstGeom prst="rect">
            <a:avLst/>
          </a:prstGeom>
          <a:solidFill>
            <a:srgbClr val="F5F3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317500" lvl="1" marL="9144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b="1" sz="1400">
                <a:solidFill>
                  <a:schemeClr val="dk1"/>
                </a:solidFill>
              </a:defRPr>
            </a:lvl2pPr>
            <a:lvl3pPr indent="-276225" lvl="2" marL="13716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b="1" sz="75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6225" lvl="3" marL="18288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sz="750">
                <a:solidFill>
                  <a:srgbClr val="000000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000000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6" name="Google Shape;516;p97"/>
          <p:cNvSpPr/>
          <p:nvPr>
            <p:ph idx="6" type="dgm"/>
          </p:nvPr>
        </p:nvSpPr>
        <p:spPr>
          <a:xfrm rot="5400000">
            <a:off x="4012075" y="2934052"/>
            <a:ext cx="141336" cy="271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17" name="Google Shape;517;p97"/>
          <p:cNvSpPr txBox="1"/>
          <p:nvPr>
            <p:ph idx="7" type="body"/>
          </p:nvPr>
        </p:nvSpPr>
        <p:spPr>
          <a:xfrm>
            <a:off x="3392182" y="3333333"/>
            <a:ext cx="1381123" cy="804860"/>
          </a:xfrm>
          <a:prstGeom prst="rect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50"/>
              <a:buNone/>
              <a:defRPr b="0" i="0" sz="125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8" name="Google Shape;518;p97"/>
          <p:cNvSpPr txBox="1"/>
          <p:nvPr>
            <p:ph idx="8" type="body"/>
          </p:nvPr>
        </p:nvSpPr>
        <p:spPr>
          <a:xfrm>
            <a:off x="5262247" y="1341138"/>
            <a:ext cx="1381124" cy="5856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921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9" name="Google Shape;519;p97"/>
          <p:cNvSpPr/>
          <p:nvPr>
            <p:ph idx="9" type="dgm"/>
          </p:nvPr>
        </p:nvSpPr>
        <p:spPr>
          <a:xfrm rot="5400000">
            <a:off x="5915516" y="1273523"/>
            <a:ext cx="74583" cy="1381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20" name="Google Shape;520;p97"/>
          <p:cNvSpPr txBox="1"/>
          <p:nvPr>
            <p:ph idx="13" type="body"/>
          </p:nvPr>
        </p:nvSpPr>
        <p:spPr>
          <a:xfrm>
            <a:off x="5262246" y="2001376"/>
            <a:ext cx="1381123" cy="804861"/>
          </a:xfrm>
          <a:prstGeom prst="rect">
            <a:avLst/>
          </a:prstGeom>
          <a:solidFill>
            <a:srgbClr val="F5F3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b="1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6225" lvl="2" marL="13716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b="1" sz="75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6225" lvl="3" marL="18288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sz="750">
                <a:solidFill>
                  <a:srgbClr val="000000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000000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1" name="Google Shape;521;p97"/>
          <p:cNvSpPr/>
          <p:nvPr>
            <p:ph idx="14" type="dgm"/>
          </p:nvPr>
        </p:nvSpPr>
        <p:spPr>
          <a:xfrm rot="5400000">
            <a:off x="5882139" y="2934052"/>
            <a:ext cx="141336" cy="271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22" name="Google Shape;522;p97"/>
          <p:cNvSpPr txBox="1"/>
          <p:nvPr>
            <p:ph idx="15" type="body"/>
          </p:nvPr>
        </p:nvSpPr>
        <p:spPr>
          <a:xfrm>
            <a:off x="5262246" y="3333333"/>
            <a:ext cx="1381123" cy="804860"/>
          </a:xfrm>
          <a:prstGeom prst="rect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50"/>
              <a:buNone/>
              <a:defRPr b="0" i="0" sz="125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3" name="Google Shape;523;p97"/>
          <p:cNvSpPr txBox="1"/>
          <p:nvPr>
            <p:ph idx="16" type="body"/>
          </p:nvPr>
        </p:nvSpPr>
        <p:spPr>
          <a:xfrm>
            <a:off x="7132318" y="1341138"/>
            <a:ext cx="1381124" cy="5856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921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4" name="Google Shape;524;p97"/>
          <p:cNvSpPr/>
          <p:nvPr>
            <p:ph idx="17" type="dgm"/>
          </p:nvPr>
        </p:nvSpPr>
        <p:spPr>
          <a:xfrm rot="5400000">
            <a:off x="7785587" y="1273523"/>
            <a:ext cx="74583" cy="1381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25" name="Google Shape;525;p97"/>
          <p:cNvSpPr txBox="1"/>
          <p:nvPr>
            <p:ph idx="18" type="body"/>
          </p:nvPr>
        </p:nvSpPr>
        <p:spPr>
          <a:xfrm>
            <a:off x="7132317" y="2001376"/>
            <a:ext cx="1381123" cy="804861"/>
          </a:xfrm>
          <a:prstGeom prst="rect">
            <a:avLst/>
          </a:prstGeom>
          <a:solidFill>
            <a:srgbClr val="F5F3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b="1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6225" lvl="2" marL="13716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b="1" sz="75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6225" lvl="3" marL="18288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sz="750">
                <a:solidFill>
                  <a:srgbClr val="000000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000000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6" name="Google Shape;526;p97"/>
          <p:cNvSpPr/>
          <p:nvPr>
            <p:ph idx="19" type="dgm"/>
          </p:nvPr>
        </p:nvSpPr>
        <p:spPr>
          <a:xfrm rot="5400000">
            <a:off x="7752210" y="2934052"/>
            <a:ext cx="141336" cy="271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27" name="Google Shape;527;p97"/>
          <p:cNvSpPr txBox="1"/>
          <p:nvPr>
            <p:ph idx="20" type="body"/>
          </p:nvPr>
        </p:nvSpPr>
        <p:spPr>
          <a:xfrm>
            <a:off x="7132317" y="3333333"/>
            <a:ext cx="1381123" cy="804860"/>
          </a:xfrm>
          <a:prstGeom prst="rect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50"/>
              <a:buNone/>
              <a:defRPr b="0" i="0" sz="125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528" name="Google Shape;528;p97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529" name="Google Shape;529;p97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530" name="Google Shape;530;p97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531" name="Google Shape;531;p97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532" name="Google Shape;532;p97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3" name="Google Shape;533;p97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4" name="Google Shape;534;p97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Chart">
  <p:cSld name="Title and Content with Chart"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98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7" name="Google Shape;537;p98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8" name="Google Shape;538;p98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9" name="Google Shape;539;p98"/>
          <p:cNvSpPr/>
          <p:nvPr>
            <p:ph idx="3" type="chart"/>
          </p:nvPr>
        </p:nvSpPr>
        <p:spPr>
          <a:xfrm>
            <a:off x="2813050" y="1339889"/>
            <a:ext cx="5991225" cy="2990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40" name="Google Shape;540;p98"/>
          <p:cNvSpPr txBox="1"/>
          <p:nvPr>
            <p:ph idx="4" type="body"/>
          </p:nvPr>
        </p:nvSpPr>
        <p:spPr>
          <a:xfrm>
            <a:off x="2813050" y="4443975"/>
            <a:ext cx="6007204" cy="2352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3048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 sz="1200"/>
            </a:lvl2pPr>
            <a:lvl3pPr indent="-3048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1" name="Google Shape;541;p98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2" name="Google Shape;542;p98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3" name="Google Shape;543;p98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peline">
  <p:cSld name="Pipeline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9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6" name="Google Shape;546;p99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7" name="Google Shape;547;p99"/>
          <p:cNvSpPr/>
          <p:nvPr>
            <p:ph idx="2" type="pic"/>
          </p:nvPr>
        </p:nvSpPr>
        <p:spPr>
          <a:xfrm>
            <a:off x="863819" y="1521256"/>
            <a:ext cx="916903" cy="910404"/>
          </a:xfrm>
          <a:prstGeom prst="rect">
            <a:avLst/>
          </a:prstGeom>
          <a:noFill/>
          <a:ln>
            <a:noFill/>
          </a:ln>
        </p:spPr>
      </p:sp>
      <p:sp>
        <p:nvSpPr>
          <p:cNvPr id="548" name="Google Shape;548;p99"/>
          <p:cNvSpPr txBox="1"/>
          <p:nvPr>
            <p:ph idx="3" type="body"/>
          </p:nvPr>
        </p:nvSpPr>
        <p:spPr>
          <a:xfrm>
            <a:off x="332271" y="2758613"/>
            <a:ext cx="1980000" cy="358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9" name="Google Shape;549;p99"/>
          <p:cNvSpPr/>
          <p:nvPr>
            <p:ph idx="4" type="dgm"/>
          </p:nvPr>
        </p:nvSpPr>
        <p:spPr>
          <a:xfrm>
            <a:off x="1208555" y="3220952"/>
            <a:ext cx="219579" cy="218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50" name="Google Shape;550;p99"/>
          <p:cNvSpPr txBox="1"/>
          <p:nvPr>
            <p:ph idx="5" type="body"/>
          </p:nvPr>
        </p:nvSpPr>
        <p:spPr>
          <a:xfrm>
            <a:off x="332271" y="3542567"/>
            <a:ext cx="1980000" cy="971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1" name="Google Shape;551;p99"/>
          <p:cNvSpPr/>
          <p:nvPr>
            <p:ph idx="6" type="pic"/>
          </p:nvPr>
        </p:nvSpPr>
        <p:spPr>
          <a:xfrm>
            <a:off x="3030305" y="1521256"/>
            <a:ext cx="916903" cy="910404"/>
          </a:xfrm>
          <a:prstGeom prst="rect">
            <a:avLst/>
          </a:prstGeom>
          <a:noFill/>
          <a:ln>
            <a:noFill/>
          </a:ln>
        </p:spPr>
      </p:sp>
      <p:sp>
        <p:nvSpPr>
          <p:cNvPr id="552" name="Google Shape;552;p99"/>
          <p:cNvSpPr txBox="1"/>
          <p:nvPr>
            <p:ph idx="7" type="body"/>
          </p:nvPr>
        </p:nvSpPr>
        <p:spPr>
          <a:xfrm>
            <a:off x="2498757" y="2758613"/>
            <a:ext cx="1980000" cy="358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3" name="Google Shape;553;p99"/>
          <p:cNvSpPr/>
          <p:nvPr>
            <p:ph idx="8" type="dgm"/>
          </p:nvPr>
        </p:nvSpPr>
        <p:spPr>
          <a:xfrm>
            <a:off x="3375041" y="3220952"/>
            <a:ext cx="219579" cy="218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54" name="Google Shape;554;p99"/>
          <p:cNvSpPr txBox="1"/>
          <p:nvPr>
            <p:ph idx="9" type="body"/>
          </p:nvPr>
        </p:nvSpPr>
        <p:spPr>
          <a:xfrm>
            <a:off x="2498757" y="3542567"/>
            <a:ext cx="1980000" cy="971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5" name="Google Shape;555;p99"/>
          <p:cNvSpPr/>
          <p:nvPr>
            <p:ph idx="13" type="pic"/>
          </p:nvPr>
        </p:nvSpPr>
        <p:spPr>
          <a:xfrm>
            <a:off x="5196791" y="1521256"/>
            <a:ext cx="916903" cy="910404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99"/>
          <p:cNvSpPr txBox="1"/>
          <p:nvPr>
            <p:ph idx="14" type="body"/>
          </p:nvPr>
        </p:nvSpPr>
        <p:spPr>
          <a:xfrm>
            <a:off x="4665243" y="2758613"/>
            <a:ext cx="1980000" cy="358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7" name="Google Shape;557;p99"/>
          <p:cNvSpPr/>
          <p:nvPr>
            <p:ph idx="15" type="dgm"/>
          </p:nvPr>
        </p:nvSpPr>
        <p:spPr>
          <a:xfrm>
            <a:off x="5541527" y="3220952"/>
            <a:ext cx="219579" cy="218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58" name="Google Shape;558;p99"/>
          <p:cNvSpPr txBox="1"/>
          <p:nvPr>
            <p:ph idx="16" type="body"/>
          </p:nvPr>
        </p:nvSpPr>
        <p:spPr>
          <a:xfrm>
            <a:off x="4665243" y="3542567"/>
            <a:ext cx="1980000" cy="971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9" name="Google Shape;559;p99"/>
          <p:cNvSpPr/>
          <p:nvPr>
            <p:ph idx="17" type="pic"/>
          </p:nvPr>
        </p:nvSpPr>
        <p:spPr>
          <a:xfrm>
            <a:off x="7363278" y="1521256"/>
            <a:ext cx="916903" cy="910404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99"/>
          <p:cNvSpPr txBox="1"/>
          <p:nvPr>
            <p:ph idx="18" type="body"/>
          </p:nvPr>
        </p:nvSpPr>
        <p:spPr>
          <a:xfrm>
            <a:off x="6831730" y="2758613"/>
            <a:ext cx="1980000" cy="358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1" name="Google Shape;561;p99"/>
          <p:cNvSpPr/>
          <p:nvPr>
            <p:ph idx="19" type="dgm"/>
          </p:nvPr>
        </p:nvSpPr>
        <p:spPr>
          <a:xfrm>
            <a:off x="7708014" y="3220952"/>
            <a:ext cx="219579" cy="218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62" name="Google Shape;562;p99"/>
          <p:cNvSpPr txBox="1"/>
          <p:nvPr>
            <p:ph idx="20" type="body"/>
          </p:nvPr>
        </p:nvSpPr>
        <p:spPr>
          <a:xfrm>
            <a:off x="6831730" y="3542567"/>
            <a:ext cx="1980000" cy="971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3" name="Google Shape;563;p99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4" name="Google Shape;564;p99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5" name="Google Shape;565;p99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00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8" name="Google Shape;568;p100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9" name="Google Shape;569;p100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0" name="Google Shape;570;p100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Timeline">
    <p:bg>
      <p:bgPr>
        <a:solidFill>
          <a:schemeClr val="lt1"/>
        </a:solidFill>
      </p:bgPr>
    </p:bg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101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3" name="Google Shape;573;p101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4" name="Google Shape;574;p101"/>
          <p:cNvSpPr txBox="1"/>
          <p:nvPr>
            <p:ph idx="2" type="body"/>
          </p:nvPr>
        </p:nvSpPr>
        <p:spPr>
          <a:xfrm>
            <a:off x="278606" y="1742069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5" name="Google Shape;575;p101"/>
          <p:cNvSpPr txBox="1"/>
          <p:nvPr>
            <p:ph idx="3" type="body"/>
          </p:nvPr>
        </p:nvSpPr>
        <p:spPr>
          <a:xfrm>
            <a:off x="1518973" y="3243607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6" name="Google Shape;576;p101"/>
          <p:cNvSpPr txBox="1"/>
          <p:nvPr>
            <p:ph idx="4" type="body"/>
          </p:nvPr>
        </p:nvSpPr>
        <p:spPr>
          <a:xfrm>
            <a:off x="2762252" y="1742069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7" name="Google Shape;577;p101"/>
          <p:cNvSpPr txBox="1"/>
          <p:nvPr>
            <p:ph idx="5" type="body"/>
          </p:nvPr>
        </p:nvSpPr>
        <p:spPr>
          <a:xfrm>
            <a:off x="3999160" y="3243607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8" name="Google Shape;578;p101"/>
          <p:cNvSpPr txBox="1"/>
          <p:nvPr>
            <p:ph idx="6" type="body"/>
          </p:nvPr>
        </p:nvSpPr>
        <p:spPr>
          <a:xfrm>
            <a:off x="5245898" y="1742069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9" name="Google Shape;579;p101"/>
          <p:cNvSpPr txBox="1"/>
          <p:nvPr>
            <p:ph idx="7" type="body"/>
          </p:nvPr>
        </p:nvSpPr>
        <p:spPr>
          <a:xfrm>
            <a:off x="6479347" y="3243607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0" name="Google Shape;580;p101"/>
          <p:cNvSpPr txBox="1"/>
          <p:nvPr>
            <p:ph idx="8" type="body"/>
          </p:nvPr>
        </p:nvSpPr>
        <p:spPr>
          <a:xfrm>
            <a:off x="7729545" y="1742069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581" name="Google Shape;581;p101"/>
          <p:cNvCxnSpPr/>
          <p:nvPr/>
        </p:nvCxnSpPr>
        <p:spPr>
          <a:xfrm>
            <a:off x="342000" y="3038878"/>
            <a:ext cx="84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82" name="Google Shape;582;p101"/>
          <p:cNvSpPr/>
          <p:nvPr>
            <p:ph idx="9" type="dgm"/>
          </p:nvPr>
        </p:nvSpPr>
        <p:spPr>
          <a:xfrm>
            <a:off x="809906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3" name="Google Shape;583;p101"/>
          <p:cNvSpPr/>
          <p:nvPr>
            <p:ph idx="13" type="dgm"/>
          </p:nvPr>
        </p:nvSpPr>
        <p:spPr>
          <a:xfrm>
            <a:off x="2050273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4" name="Google Shape;584;p101"/>
          <p:cNvSpPr/>
          <p:nvPr>
            <p:ph idx="14" type="dgm"/>
          </p:nvPr>
        </p:nvSpPr>
        <p:spPr>
          <a:xfrm>
            <a:off x="3290640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5" name="Google Shape;585;p101"/>
          <p:cNvSpPr/>
          <p:nvPr>
            <p:ph idx="15" type="dgm"/>
          </p:nvPr>
        </p:nvSpPr>
        <p:spPr>
          <a:xfrm>
            <a:off x="4531007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6" name="Google Shape;586;p101"/>
          <p:cNvSpPr/>
          <p:nvPr>
            <p:ph idx="16" type="dgm"/>
          </p:nvPr>
        </p:nvSpPr>
        <p:spPr>
          <a:xfrm>
            <a:off x="5771374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7" name="Google Shape;587;p101"/>
          <p:cNvSpPr/>
          <p:nvPr>
            <p:ph idx="17" type="dgm"/>
          </p:nvPr>
        </p:nvSpPr>
        <p:spPr>
          <a:xfrm>
            <a:off x="7011741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8" name="Google Shape;588;p101"/>
          <p:cNvSpPr/>
          <p:nvPr>
            <p:ph idx="18" type="dgm"/>
          </p:nvPr>
        </p:nvSpPr>
        <p:spPr>
          <a:xfrm>
            <a:off x="8252108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9" name="Google Shape;589;p101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0" name="Google Shape;590;p101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1" name="Google Shape;591;p101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Purple">
  <p:cSld name="Empty Purple"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10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3004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94" name="Google Shape;594;p102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5" name="Google Shape;595;p102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6" name="Google Shape;596;p102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103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9" name="Google Shape;599;p103"/>
          <p:cNvSpPr txBox="1"/>
          <p:nvPr>
            <p:ph idx="1" type="body"/>
          </p:nvPr>
        </p:nvSpPr>
        <p:spPr>
          <a:xfrm>
            <a:off x="333730" y="1071318"/>
            <a:ext cx="8478000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0" name="Google Shape;600;p103"/>
          <p:cNvSpPr txBox="1"/>
          <p:nvPr>
            <p:ph idx="2" type="body"/>
          </p:nvPr>
        </p:nvSpPr>
        <p:spPr>
          <a:xfrm>
            <a:off x="331525" y="1340692"/>
            <a:ext cx="8478000" cy="3209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601" name="Google Shape;601;p103"/>
          <p:cNvCxnSpPr/>
          <p:nvPr/>
        </p:nvCxnSpPr>
        <p:spPr>
          <a:xfrm rot="10800000">
            <a:off x="719987" y="5181600"/>
            <a:ext cx="0" cy="30718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602" name="Google Shape;602;p10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28654" y="6291006"/>
            <a:ext cx="2682186" cy="12562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3" name="Google Shape;603;p103"/>
          <p:cNvCxnSpPr/>
          <p:nvPr/>
        </p:nvCxnSpPr>
        <p:spPr>
          <a:xfrm>
            <a:off x="-525780" y="1455076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604" name="Google Shape;604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284295" y="2663190"/>
            <a:ext cx="640080" cy="7800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5" name="Google Shape;605;p103"/>
          <p:cNvCxnSpPr/>
          <p:nvPr/>
        </p:nvCxnSpPr>
        <p:spPr>
          <a:xfrm rot="10800000">
            <a:off x="6963618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06" name="Google Shape;606;p103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7" name="Google Shape;607;p103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8" name="Google Shape;608;p103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9" name="Google Shape;609;p103"/>
          <p:cNvSpPr txBox="1"/>
          <p:nvPr/>
        </p:nvSpPr>
        <p:spPr>
          <a:xfrm>
            <a:off x="121920" y="5617030"/>
            <a:ext cx="5577840" cy="600164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Maintain the logo protection area: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Please do not allow your content to be too close of over the Sanofi logo. There should always be enough free space around the logo.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03"/>
          <p:cNvSpPr txBox="1"/>
          <p:nvPr/>
        </p:nvSpPr>
        <p:spPr>
          <a:xfrm>
            <a:off x="5819567" y="5618210"/>
            <a:ext cx="3324431" cy="938719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611" name="Google Shape;611;p10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9567" y="6626290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p103"/>
          <p:cNvSpPr txBox="1"/>
          <p:nvPr/>
        </p:nvSpPr>
        <p:spPr>
          <a:xfrm>
            <a:off x="-2406215" y="1340692"/>
            <a:ext cx="1786192" cy="2292935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Using bullets with the indent button: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Use the indent button to create the text levels with the appropriate bullet in miracle purple.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Verdana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5" name="Google Shape;615;p104"/>
          <p:cNvSpPr txBox="1"/>
          <p:nvPr>
            <p:ph idx="1" type="subTitle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16" name="Google Shape;616;p104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7" name="Google Shape;617;p104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8" name="Google Shape;618;p104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sual &amp; Columns">
  <p:cSld name="Visual &amp; Columns"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105"/>
          <p:cNvSpPr/>
          <p:nvPr>
            <p:ph idx="2" type="pic"/>
          </p:nvPr>
        </p:nvSpPr>
        <p:spPr>
          <a:xfrm>
            <a:off x="3691294" y="117541"/>
            <a:ext cx="4939529" cy="4904516"/>
          </a:xfrm>
          <a:prstGeom prst="rect">
            <a:avLst/>
          </a:prstGeom>
          <a:noFill/>
          <a:ln>
            <a:noFill/>
          </a:ln>
        </p:spPr>
      </p:sp>
      <p:sp>
        <p:nvSpPr>
          <p:cNvPr id="621" name="Google Shape;621;p105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2" name="Google Shape;622;p105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3" name="Google Shape;623;p105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over Image (White logo)" showMasterSp="0">
  <p:cSld name="Text over Image (White logo)">
    <p:bg>
      <p:bgPr>
        <a:solidFill>
          <a:schemeClr val="accent1"/>
        </a:solidFill>
      </p:bgPr>
    </p:bg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107"/>
          <p:cNvSpPr/>
          <p:nvPr>
            <p:ph idx="2" type="pic"/>
          </p:nvPr>
        </p:nvSpPr>
        <p:spPr>
          <a:xfrm>
            <a:off x="1" y="0"/>
            <a:ext cx="4781135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626" name="Google Shape;626;p107"/>
          <p:cNvSpPr txBox="1"/>
          <p:nvPr>
            <p:ph idx="1" type="body"/>
          </p:nvPr>
        </p:nvSpPr>
        <p:spPr>
          <a:xfrm>
            <a:off x="5083918" y="1344695"/>
            <a:ext cx="3712306" cy="70495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200"/>
              <a:buNone/>
              <a:defRPr b="0" i="0" sz="22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4572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Char char="•"/>
              <a:defRPr b="0" i="1" sz="36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7" name="Google Shape;627;p107"/>
          <p:cNvSpPr txBox="1"/>
          <p:nvPr>
            <p:ph idx="3" type="body"/>
          </p:nvPr>
        </p:nvSpPr>
        <p:spPr>
          <a:xfrm>
            <a:off x="5083918" y="2186523"/>
            <a:ext cx="3712306" cy="1049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b="0" i="1" sz="3600">
                <a:solidFill>
                  <a:schemeClr val="l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Font typeface="Arial"/>
              <a:buNone/>
              <a:defRPr b="0" i="1" sz="36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8" name="Google Shape;628;p107"/>
          <p:cNvSpPr txBox="1"/>
          <p:nvPr>
            <p:ph idx="4" type="body"/>
          </p:nvPr>
        </p:nvSpPr>
        <p:spPr>
          <a:xfrm>
            <a:off x="5083918" y="3296919"/>
            <a:ext cx="3712306" cy="532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629" name="Google Shape;629;p107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630" name="Google Shape;630;p107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631" name="Google Shape;631;p107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632" name="Google Shape;632;p107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633" name="Google Shape;633;p107"/>
          <p:cNvSpPr txBox="1"/>
          <p:nvPr>
            <p:ph idx="10" type="dt"/>
          </p:nvPr>
        </p:nvSpPr>
        <p:spPr>
          <a:xfrm>
            <a:off x="6135065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634" name="Google Shape;634;p107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35" name="Google Shape;635;p107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6" name="Google Shape;636;p10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07594"/>
            <a:ext cx="307086" cy="622046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107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8" name="Google Shape;638;p107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two columns of content">
  <p:cSld name="Title with two columns of content"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108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1" name="Google Shape;641;p108"/>
          <p:cNvSpPr txBox="1"/>
          <p:nvPr>
            <p:ph idx="1" type="body"/>
          </p:nvPr>
        </p:nvSpPr>
        <p:spPr>
          <a:xfrm>
            <a:off x="333730" y="1071318"/>
            <a:ext cx="8478000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2" name="Google Shape;642;p108"/>
          <p:cNvSpPr txBox="1"/>
          <p:nvPr>
            <p:ph idx="2" type="body"/>
          </p:nvPr>
        </p:nvSpPr>
        <p:spPr>
          <a:xfrm>
            <a:off x="331788" y="1349375"/>
            <a:ext cx="411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3" name="Google Shape;643;p108"/>
          <p:cNvSpPr txBox="1"/>
          <p:nvPr>
            <p:ph idx="3" type="body"/>
          </p:nvPr>
        </p:nvSpPr>
        <p:spPr>
          <a:xfrm>
            <a:off x="4696930" y="1348950"/>
            <a:ext cx="411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644" name="Google Shape;644;p108"/>
          <p:cNvCxnSpPr/>
          <p:nvPr/>
        </p:nvCxnSpPr>
        <p:spPr>
          <a:xfrm>
            <a:off x="-525780" y="1455076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45" name="Google Shape;645;p108"/>
          <p:cNvSpPr txBox="1"/>
          <p:nvPr/>
        </p:nvSpPr>
        <p:spPr>
          <a:xfrm>
            <a:off x="-2406215" y="1340692"/>
            <a:ext cx="1786192" cy="2292935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Using bullets with the indent button: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Use the indent button to create the text levels with the appropriate bullet in miracle purple.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646" name="Google Shape;646;p10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284295" y="2663190"/>
            <a:ext cx="640080" cy="780098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108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8" name="Google Shape;648;p108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9" name="Google Shape;649;p108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Images and Descriptions">
  <p:cSld name="Title, Images and Descriptions"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109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2" name="Google Shape;652;p109"/>
          <p:cNvSpPr txBox="1"/>
          <p:nvPr>
            <p:ph idx="1" type="body"/>
          </p:nvPr>
        </p:nvSpPr>
        <p:spPr>
          <a:xfrm>
            <a:off x="333730" y="1071318"/>
            <a:ext cx="8485200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3" name="Google Shape;653;p109"/>
          <p:cNvSpPr txBox="1"/>
          <p:nvPr>
            <p:ph idx="2" type="body"/>
          </p:nvPr>
        </p:nvSpPr>
        <p:spPr>
          <a:xfrm>
            <a:off x="331200" y="1341758"/>
            <a:ext cx="4028576" cy="187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4" name="Google Shape;654;p109"/>
          <p:cNvSpPr/>
          <p:nvPr>
            <p:ph idx="3" type="pic"/>
          </p:nvPr>
        </p:nvSpPr>
        <p:spPr>
          <a:xfrm>
            <a:off x="333730" y="1589370"/>
            <a:ext cx="1755419" cy="2892689"/>
          </a:xfrm>
          <a:prstGeom prst="rect">
            <a:avLst/>
          </a:prstGeom>
          <a:noFill/>
          <a:ln>
            <a:noFill/>
          </a:ln>
        </p:spPr>
      </p:sp>
      <p:sp>
        <p:nvSpPr>
          <p:cNvPr id="655" name="Google Shape;655;p109"/>
          <p:cNvSpPr txBox="1"/>
          <p:nvPr>
            <p:ph idx="4" type="body"/>
          </p:nvPr>
        </p:nvSpPr>
        <p:spPr>
          <a:xfrm>
            <a:off x="2301373" y="1589370"/>
            <a:ext cx="2058403" cy="2892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6" name="Google Shape;656;p109"/>
          <p:cNvSpPr txBox="1"/>
          <p:nvPr>
            <p:ph idx="5" type="body"/>
          </p:nvPr>
        </p:nvSpPr>
        <p:spPr>
          <a:xfrm>
            <a:off x="4571999" y="1341758"/>
            <a:ext cx="4021283" cy="187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7" name="Google Shape;657;p109"/>
          <p:cNvSpPr/>
          <p:nvPr>
            <p:ph idx="6" type="pic"/>
          </p:nvPr>
        </p:nvSpPr>
        <p:spPr>
          <a:xfrm>
            <a:off x="4572000" y="1589370"/>
            <a:ext cx="1755419" cy="2892689"/>
          </a:xfrm>
          <a:prstGeom prst="rect">
            <a:avLst/>
          </a:prstGeom>
          <a:noFill/>
          <a:ln>
            <a:noFill/>
          </a:ln>
        </p:spPr>
      </p:sp>
      <p:sp>
        <p:nvSpPr>
          <p:cNvPr id="658" name="Google Shape;658;p109"/>
          <p:cNvSpPr txBox="1"/>
          <p:nvPr>
            <p:ph idx="7" type="body"/>
          </p:nvPr>
        </p:nvSpPr>
        <p:spPr>
          <a:xfrm>
            <a:off x="6539642" y="1589369"/>
            <a:ext cx="2059200" cy="2892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9" name="Google Shape;659;p109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0" name="Google Shape;660;p109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1" name="Google Shape;661;p109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662" name="Google Shape;662;p109"/>
          <p:cNvCxnSpPr/>
          <p:nvPr/>
        </p:nvCxnSpPr>
        <p:spPr>
          <a:xfrm>
            <a:off x="-571235" y="1916918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63" name="Google Shape;663;p109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4" name="Google Shape;664;p10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07594"/>
            <a:ext cx="307086" cy="622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and Numbers (Alternative)">
  <p:cSld name="Title, Content and Numbers (Alternative)"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110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667" name="Google Shape;667;p110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668" name="Google Shape;668;p110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669" name="Google Shape;669;p110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670" name="Google Shape;670;p110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671" name="Google Shape;671;p110"/>
          <p:cNvSpPr txBox="1"/>
          <p:nvPr>
            <p:ph type="title"/>
          </p:nvPr>
        </p:nvSpPr>
        <p:spPr>
          <a:xfrm>
            <a:off x="331200" y="28913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2" name="Google Shape;672;p110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1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3" name="Google Shape;673;p110"/>
          <p:cNvSpPr txBox="1"/>
          <p:nvPr>
            <p:ph idx="2" type="body"/>
          </p:nvPr>
        </p:nvSpPr>
        <p:spPr>
          <a:xfrm>
            <a:off x="331788" y="1341438"/>
            <a:ext cx="2116137" cy="3214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4" name="Google Shape;674;p110"/>
          <p:cNvSpPr txBox="1"/>
          <p:nvPr>
            <p:ph idx="3" type="body"/>
          </p:nvPr>
        </p:nvSpPr>
        <p:spPr>
          <a:xfrm>
            <a:off x="3264208" y="739124"/>
            <a:ext cx="5546062" cy="214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5" name="Google Shape;675;p110"/>
          <p:cNvSpPr txBox="1"/>
          <p:nvPr>
            <p:ph idx="4" type="body"/>
          </p:nvPr>
        </p:nvSpPr>
        <p:spPr>
          <a:xfrm>
            <a:off x="3262749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6" name="Google Shape;676;p110"/>
          <p:cNvSpPr txBox="1"/>
          <p:nvPr>
            <p:ph idx="5" type="body"/>
          </p:nvPr>
        </p:nvSpPr>
        <p:spPr>
          <a:xfrm>
            <a:off x="3262749" y="2211873"/>
            <a:ext cx="1268510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7" name="Google Shape;677;p110"/>
          <p:cNvSpPr txBox="1"/>
          <p:nvPr>
            <p:ph idx="6" type="body"/>
          </p:nvPr>
        </p:nvSpPr>
        <p:spPr>
          <a:xfrm>
            <a:off x="3262749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8" name="Google Shape;678;p110"/>
          <p:cNvSpPr txBox="1"/>
          <p:nvPr>
            <p:ph idx="7" type="body"/>
          </p:nvPr>
        </p:nvSpPr>
        <p:spPr>
          <a:xfrm>
            <a:off x="4688351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9" name="Google Shape;679;p110"/>
          <p:cNvSpPr txBox="1"/>
          <p:nvPr>
            <p:ph idx="8" type="body"/>
          </p:nvPr>
        </p:nvSpPr>
        <p:spPr>
          <a:xfrm>
            <a:off x="4688936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0" name="Google Shape;680;p110"/>
          <p:cNvSpPr txBox="1"/>
          <p:nvPr>
            <p:ph idx="9" type="body"/>
          </p:nvPr>
        </p:nvSpPr>
        <p:spPr>
          <a:xfrm>
            <a:off x="4688936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1" name="Google Shape;681;p110"/>
          <p:cNvSpPr txBox="1"/>
          <p:nvPr>
            <p:ph idx="13" type="body"/>
          </p:nvPr>
        </p:nvSpPr>
        <p:spPr>
          <a:xfrm>
            <a:off x="6113953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2" name="Google Shape;682;p110"/>
          <p:cNvSpPr txBox="1"/>
          <p:nvPr>
            <p:ph idx="14" type="body"/>
          </p:nvPr>
        </p:nvSpPr>
        <p:spPr>
          <a:xfrm>
            <a:off x="6113953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3" name="Google Shape;683;p110"/>
          <p:cNvSpPr txBox="1"/>
          <p:nvPr>
            <p:ph idx="15" type="body"/>
          </p:nvPr>
        </p:nvSpPr>
        <p:spPr>
          <a:xfrm>
            <a:off x="6113953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4" name="Google Shape;684;p110"/>
          <p:cNvSpPr txBox="1"/>
          <p:nvPr>
            <p:ph idx="16" type="body"/>
          </p:nvPr>
        </p:nvSpPr>
        <p:spPr>
          <a:xfrm>
            <a:off x="7539556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5" name="Google Shape;685;p110"/>
          <p:cNvSpPr txBox="1"/>
          <p:nvPr>
            <p:ph idx="17" type="body"/>
          </p:nvPr>
        </p:nvSpPr>
        <p:spPr>
          <a:xfrm>
            <a:off x="7541760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6" name="Google Shape;686;p110"/>
          <p:cNvSpPr txBox="1"/>
          <p:nvPr>
            <p:ph idx="18" type="body"/>
          </p:nvPr>
        </p:nvSpPr>
        <p:spPr>
          <a:xfrm>
            <a:off x="7541760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7" name="Google Shape;687;p110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8" name="Google Shape;688;p110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9" name="Google Shape;689;p110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19.xml"/><Relationship Id="rId42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21.xml"/><Relationship Id="rId44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20.xml"/><Relationship Id="rId43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23.xml"/><Relationship Id="rId46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22.xml"/><Relationship Id="rId45" Type="http://schemas.openxmlformats.org/officeDocument/2006/relationships/slideLayout" Target="../slideLayouts/slideLayout44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26" Type="http://schemas.openxmlformats.org/officeDocument/2006/relationships/slideLayout" Target="../slideLayouts/slideLayout25.xml"/><Relationship Id="rId48" Type="http://schemas.openxmlformats.org/officeDocument/2006/relationships/theme" Target="../theme/theme2.xml"/><Relationship Id="rId25" Type="http://schemas.openxmlformats.org/officeDocument/2006/relationships/slideLayout" Target="../slideLayouts/slideLayout24.xml"/><Relationship Id="rId47" Type="http://schemas.openxmlformats.org/officeDocument/2006/relationships/slideLayout" Target="../slideLayouts/slideLayout46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29" Type="http://schemas.openxmlformats.org/officeDocument/2006/relationships/slideLayout" Target="../slideLayouts/slideLayout28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31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0.xml"/><Relationship Id="rId33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9.xml"/><Relationship Id="rId3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12.xml"/><Relationship Id="rId35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11.xml"/><Relationship Id="rId34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14.xml"/><Relationship Id="rId37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13.xml"/><Relationship Id="rId36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16.xml"/><Relationship Id="rId39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15.xml"/><Relationship Id="rId38" Type="http://schemas.openxmlformats.org/officeDocument/2006/relationships/slideLayout" Target="../slideLayouts/slideLayout37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4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erdana"/>
              <a:buNone/>
              <a:defRPr b="0" i="0" sz="2400" u="none" cap="none" strike="noStrike">
                <a:solidFill>
                  <a:schemeClr val="accen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64"/>
          <p:cNvSpPr txBox="1"/>
          <p:nvPr>
            <p:ph idx="1" type="body"/>
          </p:nvPr>
        </p:nvSpPr>
        <p:spPr>
          <a:xfrm>
            <a:off x="331191" y="1347442"/>
            <a:ext cx="8478000" cy="3205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pic>
        <p:nvPicPr>
          <p:cNvPr descr="Shape&#10;&#10;Description automatically generated with low confidence" id="12" name="Google Shape;12;p6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74822" y="4596340"/>
            <a:ext cx="1157201" cy="53371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64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4" name="Google Shape;14;p64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5" name="Google Shape;15;p64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3"/>
          <p:cNvSpPr txBox="1"/>
          <p:nvPr>
            <p:ph idx="11" type="ftr"/>
          </p:nvPr>
        </p:nvSpPr>
        <p:spPr>
          <a:xfrm>
            <a:off x="1671799" y="5400000"/>
            <a:ext cx="4480500" cy="166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95" name="Google Shape;695;p3"/>
          <p:cNvSpPr txBox="1"/>
          <p:nvPr>
            <p:ph idx="10" type="dt"/>
          </p:nvPr>
        </p:nvSpPr>
        <p:spPr>
          <a:xfrm>
            <a:off x="6548724" y="5400000"/>
            <a:ext cx="1626900" cy="166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4/2/2024</a:t>
            </a:r>
            <a:endParaRPr/>
          </a:p>
        </p:txBody>
      </p:sp>
      <p:sp>
        <p:nvSpPr>
          <p:cNvPr id="696" name="Google Shape;696;p3"/>
          <p:cNvSpPr txBox="1"/>
          <p:nvPr>
            <p:ph idx="12" type="sldNum"/>
          </p:nvPr>
        </p:nvSpPr>
        <p:spPr>
          <a:xfrm>
            <a:off x="8336226" y="5400000"/>
            <a:ext cx="476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anofi">
  <a:themeElements>
    <a:clrScheme name="Sanofi (Optimized)">
      <a:dk1>
        <a:srgbClr val="000000"/>
      </a:dk1>
      <a:lt1>
        <a:srgbClr val="FFFFFF"/>
      </a:lt1>
      <a:dk2>
        <a:srgbClr val="F4F2F6"/>
      </a:dk2>
      <a:lt2>
        <a:srgbClr val="F5F5F5"/>
      </a:lt2>
      <a:accent1>
        <a:srgbClr val="23004C"/>
      </a:accent1>
      <a:accent2>
        <a:srgbClr val="7A00E6"/>
      </a:accent2>
      <a:accent3>
        <a:srgbClr val="268500"/>
      </a:accent3>
      <a:accent4>
        <a:srgbClr val="DA3A16"/>
      </a:accent4>
      <a:accent5>
        <a:srgbClr val="D515B9"/>
      </a:accent5>
      <a:accent6>
        <a:srgbClr val="007FAD"/>
      </a:accent6>
      <a:hlink>
        <a:srgbClr val="7A00E6"/>
      </a:hlink>
      <a:folHlink>
        <a:srgbClr val="2300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2023-06-01T14:26:00Z</dcterms:created>
  <dc:creator>Remi de Vogel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0x01010018AD00299B410B4197874E9E6C3EA044</vt:lpwstr>
  </property>
  <property fmtid="{D5CDD505-2E9C-101B-9397-08002B2CF9AE}" pid="3" name="MediaServiceImageTags">
    <vt:lpwstr/>
  </property>
  <property fmtid="{D5CDD505-2E9C-101B-9397-08002B2CF9AE}" pid="4" name="MSIP_Label_d9088468-0951-4aef-9cc3-0a346e475ddc_Enabled">
    <vt:lpwstr>true</vt:lpwstr>
  </property>
  <property fmtid="{D5CDD505-2E9C-101B-9397-08002B2CF9AE}" pid="5" name="MSIP_Label_d9088468-0951-4aef-9cc3-0a346e475ddc_SetDate">
    <vt:lpwstr>2023-11-24T15:47:15Z</vt:lpwstr>
  </property>
  <property fmtid="{D5CDD505-2E9C-101B-9397-08002B2CF9AE}" pid="6" name="MSIP_Label_d9088468-0951-4aef-9cc3-0a346e475ddc_Method">
    <vt:lpwstr>Privileged</vt:lpwstr>
  </property>
  <property fmtid="{D5CDD505-2E9C-101B-9397-08002B2CF9AE}" pid="7" name="MSIP_Label_d9088468-0951-4aef-9cc3-0a346e475ddc_Name">
    <vt:lpwstr>Public</vt:lpwstr>
  </property>
  <property fmtid="{D5CDD505-2E9C-101B-9397-08002B2CF9AE}" pid="8" name="MSIP_Label_d9088468-0951-4aef-9cc3-0a346e475ddc_SiteId">
    <vt:lpwstr>aca3c8d6-aa71-4e1a-a10e-03572fc58c0b</vt:lpwstr>
  </property>
  <property fmtid="{D5CDD505-2E9C-101B-9397-08002B2CF9AE}" pid="9" name="MSIP_Label_d9088468-0951-4aef-9cc3-0a346e475ddc_ActionId">
    <vt:lpwstr>15bc2576-0647-4912-9f2f-d5a854db0b89</vt:lpwstr>
  </property>
  <property fmtid="{D5CDD505-2E9C-101B-9397-08002B2CF9AE}" pid="10" name="MSIP_Label_d9088468-0951-4aef-9cc3-0a346e475ddc_ContentBits">
    <vt:lpwstr>0</vt:lpwstr>
  </property>
</Properties>
</file>